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da8c82d2-dd76-276c-2d91-5d9b8a9e2968}">
          <p14:sldIdLst>
            <p14:sldId id="256"/>
          </p14:sldIdLst>
        </p14:section>
        <p14:section name="도입" id="{f4c2747b-fe72-07c2-0166-94f1b498c1ea}">
          <p14:sldIdLst>
            <p14:sldId id="257"/>
            <p14:sldId id="258"/>
            <p14:sldId id="259"/>
          </p14:sldIdLst>
        </p14:section>
        <p14:section name="전개" id="{cc3c470b-7994-b384-0cba-cc6fb841b906}">
          <p14:sldIdLst>
            <p14:sldId id="260"/>
            <p14:sldId id="261"/>
            <p14:sldId id="262"/>
            <p14:sldId id="263"/>
            <p14:sldId id="264"/>
            <p14:sldId id="265"/>
          </p14:sldIdLst>
        </p14:section>
        <p14:section name="정리" id="{1f446b5d-3567-eeb5-a375-b87475274586}">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인사 후 도입으로 넘어갑니다. 오늘부터 두 차시(9~10)는 캠페인 프로젝트입니다. 9차시는 기획·시안, 10차시는 제작·공유입니다. 모든 사례는 수업용 가상 사례이며 실제 사람·제품·계정·상호를 쓰지 않습니다. 사서·보건·사회·기술·가정 교사가 모둠을 나누어 순회합니다.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도입 (4분 중 약 1분). 정보 5문을 한 번 훑습니다. 오늘은 이 도구를 ‘아직 모르는 사람에게 전하는 일’을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도입 (약 2분). 활동지 1쪽 활동 1. 학생이 한 줄로 쓰게 합니다. 도구 문구는 수업에서 학생과 함께 만든 말을 우선합니다. 두세 명에게 발표를 듣고 학습문제로 이어갑니다.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도입 (2분). 학생 발표를 바탕으로 학습문제를 제시하고 학습목표를 확인합니다. 오늘은 기획·시안까지, 다음 차시는 제작·공유입니다.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전개 1 (5분 중 약 2분). 활동지 1쪽 캠페인의 세 요소 표. 가상 예시로 설명합니다. 매체는 그래픽 디자인 도구, 영상 도구 같은 일반 기능어로 말하고 특정 서비스명은 쓰지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전개 1 (약 3분, 사서·보건). 활동지 1쪽 좋은 캠페인 5가지. 출처 표기·저작권·초상권은 사서교사가 안내합니다. 사람의 얼굴 사진(학생·교직원·타인)은 쓰지 않고 그림·도형·아이콘으로 대신하며, 출처가 불분명한 이미지는 쓰지 않습니다. 공포를 조장하는 표현은 쓰지 않습니다. 실제 상호·제품·계정은 가상 이름으로 바꿉니다.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전개 2 (9분). 모둠(4~5명)이 렌즈를 하나 고르며 겹쳐도 됩니다. 교과 교사 5인이 모둠을 나누어 순회하며 “이 메시지를 읽고 무엇을 하면 되나요?”를 묻습니다. 렌즈 대응: 탐색=사서(2·3·7차시), 진단=보건(1·6·8차시), 공론=사회(8차시), 구조=기술(3~5차시), 생활=가정(6·7차시). 예시 메시지는 활동지에 있지만 모둠은 새로 만듭니다. 사례는 수업용 가상 사례만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전개 3 (4분). 비난이 아니라 ‘더 좋아지게 하는 제안’을 쓰도록 안내합니다. 시간이 짧으므로 모둠당 약 1분씩 돌고, 제안은 한 줄만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전개 4 (7분, 사서교사 안내). 활동지 3쪽 시안 스케치와 하단 표. 사람 얼굴이 나오는 사진·영상은 쓰지 않고 그림이나 도형으로 대신합니다. 출처가 불분명한 이미지·음악은 쓰지 않으며, 쓸 경우 출처를 기획서에 적습니다. 도구를 쓸 때는 기능으로만 기록하고 서비스명은 문구에 넣지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전개 5 (4분). 활동지 4쪽 10차시 계획. 교내 게시·방송은 학교 절차에 맞게 허락받을 수 있는 범위에서 계획합니다(확인 필요). 우리 반 정보 체크리스트와 도움 약속은 모든 모둠의 캠페인에 한 줄 이상 넣도록 안내해도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 1 (7분). 모둠별 1분 발표, 교사는 정확성·존중·출처 표기를 중심으로 짧게 피드백합니다. 5모둠이면 5분, 피드백 2분 정도로 운영하고, 모둠 수가 더 많으면 발표를 40초로 줄입니다. 정답 하나가 아니라 메시지의 타당성과 협력을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 2 (3분). 활동지 4쪽 “우리 모둠 캠페인은 ____에게 ____을/를 전한다. 왜냐하면 ____ 때문이다.”를 작성합니다. 10차시에서 시안을 완성하고 공유함을 안내합니다. 모든 사례는 가상이며, 기획서는 10차시까지 보관합니다.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FRAM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RAM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570732" y="246888"/>
            <a:ext cx="2002536" cy="228600"/>
          </a:xfrm>
          <a:prstGeom prst="rect">
            <a:avLst/>
          </a:prstGeom>
          <a:noFill/>
          <a:ln/>
        </p:spPr>
        <p:txBody>
          <a:bodyPr wrap="square" lIns="0" tIns="0" rIns="0" bIns="0" rtlCol="0" anchor="ctr"/>
          <a:lstStyle/>
          <a:p>
            <a:pPr algn="ctr" indent="0" marL="0">
              <a:buNone/>
            </a:pPr>
            <a:r>
              <a:rPr lang="en-US" sz="1200" dirty="0">
                <a:solidFill>
                  <a:srgbClr val="FFFFFF"/>
                </a:solidFill>
                <a:latin typeface="Pretendard" pitchFamily="34" charset="0"/>
                <a:ea typeface="Pretendard" pitchFamily="34" charset="-122"/>
                <a:cs typeface="Pretendard" pitchFamily="34" charset="-120"/>
              </a:rPr>
              <a:t>유해정보 리터러시</a:t>
            </a:r>
            <a:endParaRPr lang="en-US" sz="1200" dirty="0"/>
          </a:p>
        </p:txBody>
      </p:sp>
      <p:sp>
        <p:nvSpPr>
          <p:cNvPr id="3" name="Text 1"/>
          <p:cNvSpPr/>
          <p:nvPr>
            <p:ph idx="101" type="title" hasCustomPrompt="1"/>
          </p:nvPr>
        </p:nvSpPr>
        <p:spPr>
          <a:xfrm>
            <a:off x="630936" y="566928"/>
            <a:ext cx="7863840" cy="457200"/>
          </a:xfrm>
          <a:prstGeom prst="rect">
            <a:avLst/>
          </a:prstGeom>
          <a:noFill/>
          <a:ln/>
        </p:spPr>
        <p:txBody>
          <a:bodyPr wrap="square" rtlCol="0"/>
          <a:lstStyle>
            <a:lvl1pPr algn="l" indent="0" marL="0">
              <a:buNone/>
              <a:defRPr lang="en-US" sz="2800" b="1" dirty="0">
                <a:solidFill>
                  <a:srgbClr val="333333"/>
                </a:solidFill>
                <a:latin typeface="Pretendard" pitchFamily="34" charset="0"/>
                <a:ea typeface="Pretendard" pitchFamily="34" charset="-122"/>
                <a:cs typeface="Pretendard" pitchFamily="34" charset="-120"/>
              </a:defRPr>
            </a:lvl1pPr>
          </a:lstStyle>
          <a:p>
            <a:pPr algn="l" indent="0" marL="0">
              <a:buNone/>
            </a:pPr>
            <a:endParaRPr lang="en-US" sz="2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333333"/>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188720"/>
            <a:ext cx="7863840" cy="731520"/>
          </a:xfrm>
          <a:prstGeom prst="rect">
            <a:avLst/>
          </a:prstGeom>
          <a:noFill/>
          <a:ln/>
        </p:spPr>
        <p:txBody>
          <a:bodyPr wrap="square" lIns="0" tIns="0" rIns="0" bIns="0" rtlCol="0" anchor="ctr"/>
          <a:lstStyle/>
          <a:p>
            <a:pPr algn="ctr" indent="0" marL="0">
              <a:buNone/>
            </a:pPr>
            <a:r>
              <a:rPr lang="en-US" sz="3600" dirty="0">
                <a:solidFill>
                  <a:srgbClr val="777777"/>
                </a:solidFill>
                <a:latin typeface="Pretendard" pitchFamily="34" charset="0"/>
                <a:ea typeface="Pretendard" pitchFamily="34" charset="-122"/>
                <a:cs typeface="Pretendard" pitchFamily="34" charset="-120"/>
              </a:rPr>
              <a:t>우리가 배운 것을</a:t>
            </a:r>
            <a:endParaRPr lang="en-US" sz="3600" dirty="0"/>
          </a:p>
        </p:txBody>
      </p:sp>
      <p:sp>
        <p:nvSpPr>
          <p:cNvPr id="3" name="Text 1"/>
          <p:cNvSpPr txBox="1"/>
          <p:nvPr/>
        </p:nvSpPr>
        <p:spPr>
          <a:xfrm>
            <a:off x="640080" y="1874520"/>
            <a:ext cx="7863840" cy="1051560"/>
          </a:xfrm>
          <a:prstGeom prst="rect">
            <a:avLst/>
          </a:prstGeom>
          <a:noFill/>
          <a:ln/>
        </p:spPr>
        <p:txBody>
          <a:bodyPr wrap="square" lIns="0" tIns="0" rIns="0" bIns="0" rtlCol="0" anchor="ctr"/>
          <a:lstStyle/>
          <a:p>
            <a:pPr algn="ctr" indent="0" marL="0">
              <a:buNone/>
            </a:pPr>
            <a:r>
              <a:rPr lang="en-US" sz="5200" b="1" dirty="0">
                <a:solidFill>
                  <a:srgbClr val="262626"/>
                </a:solidFill>
                <a:latin typeface="Pretendard" pitchFamily="34" charset="0"/>
                <a:ea typeface="Pretendard" pitchFamily="34" charset="-122"/>
                <a:cs typeface="Pretendard" pitchFamily="34" charset="-120"/>
              </a:rPr>
              <a:t>누구에게 전할까?</a:t>
            </a:r>
            <a:endParaRPr lang="en-US" sz="5200" dirty="0"/>
          </a:p>
        </p:txBody>
      </p:sp>
      <p:sp>
        <p:nvSpPr>
          <p:cNvPr id="4" name="정보 바"/>
          <p:cNvSpPr/>
          <p:nvPr/>
        </p:nvSpPr>
        <p:spPr>
          <a:xfrm>
            <a:off x="1828800" y="3268980"/>
            <a:ext cx="5486400" cy="530352"/>
          </a:xfrm>
          <a:prstGeom prst="rect">
            <a:avLst/>
          </a:prstGeom>
          <a:solidFill>
            <a:srgbClr val="F3F3F3"/>
          </a:solidFill>
          <a:ln w="12700">
            <a:solidFill>
              <a:srgbClr val="F3F3F3"/>
            </a:solidFill>
            <a:prstDash val="solid"/>
          </a:ln>
        </p:spPr>
      </p:sp>
      <p:sp>
        <p:nvSpPr>
          <p:cNvPr id="5" name="정보 바 구분선"/>
          <p:cNvSpPr/>
          <p:nvPr/>
        </p:nvSpPr>
        <p:spPr>
          <a:xfrm>
            <a:off x="4572000" y="3410712"/>
            <a:ext cx="0" cy="246888"/>
          </a:xfrm>
          <a:prstGeom prst="line">
            <a:avLst/>
          </a:prstGeom>
          <a:noFill/>
          <a:ln w="12700">
            <a:solidFill>
              <a:srgbClr val="777777"/>
            </a:solidFill>
            <a:prstDash val="solid"/>
          </a:ln>
        </p:spPr>
      </p:sp>
      <p:sp>
        <p:nvSpPr>
          <p:cNvPr id="6" name="Text 4"/>
          <p:cNvSpPr txBox="1"/>
          <p:nvPr/>
        </p:nvSpPr>
        <p:spPr>
          <a:xfrm>
            <a:off x="2057400" y="3268980"/>
            <a:ext cx="2377440" cy="530352"/>
          </a:xfrm>
          <a:prstGeom prst="rect">
            <a:avLst/>
          </a:prstGeom>
          <a:noFill/>
          <a:ln/>
        </p:spPr>
        <p:txBody>
          <a:bodyPr wrap="square" lIns="0" tIns="0" rIns="0" bIns="0" rtlCol="0" anchor="ctr"/>
          <a:lstStyle/>
          <a:p>
            <a:pPr indent="0" marL="0">
              <a:buNone/>
            </a:pPr>
            <a:r>
              <a:rPr lang="en-US" sz="1500" b="1" dirty="0">
                <a:solidFill>
                  <a:srgbClr val="222222"/>
                </a:solidFill>
                <a:latin typeface="Pretendard" pitchFamily="34" charset="0"/>
                <a:ea typeface="Pretendard" pitchFamily="34" charset="-122"/>
                <a:cs typeface="Pretendard" pitchFamily="34" charset="-120"/>
              </a:rPr>
              <a:t>교과  </a:t>
            </a:r>
            <a:pPr indent="0" marL="0">
              <a:buNone/>
            </a:pPr>
            <a:r>
              <a:rPr lang="en-US" sz="1500" dirty="0">
                <a:solidFill>
                  <a:srgbClr val="777777"/>
                </a:solidFill>
                <a:latin typeface="Pretendard" pitchFamily="34" charset="0"/>
                <a:ea typeface="Pretendard" pitchFamily="34" charset="-122"/>
                <a:cs typeface="Pretendard" pitchFamily="34" charset="-120"/>
              </a:rPr>
              <a:t>5교과 합동</a:t>
            </a:r>
            <a:endParaRPr lang="en-US" sz="1500" dirty="0"/>
          </a:p>
        </p:txBody>
      </p:sp>
      <p:sp>
        <p:nvSpPr>
          <p:cNvPr id="7" name="Text 5"/>
          <p:cNvSpPr txBox="1"/>
          <p:nvPr/>
        </p:nvSpPr>
        <p:spPr>
          <a:xfrm>
            <a:off x="4846320" y="3268980"/>
            <a:ext cx="2377440" cy="530352"/>
          </a:xfrm>
          <a:prstGeom prst="rect">
            <a:avLst/>
          </a:prstGeom>
          <a:noFill/>
          <a:ln/>
        </p:spPr>
        <p:txBody>
          <a:bodyPr wrap="square" lIns="0" tIns="0" rIns="0" bIns="0" rtlCol="0" anchor="ctr"/>
          <a:lstStyle/>
          <a:p>
            <a:pPr indent="0" marL="0">
              <a:buNone/>
            </a:pPr>
            <a:r>
              <a:rPr lang="en-US" sz="1500" b="1" dirty="0">
                <a:solidFill>
                  <a:srgbClr val="222222"/>
                </a:solidFill>
                <a:latin typeface="Pretendard" pitchFamily="34" charset="0"/>
                <a:ea typeface="Pretendard" pitchFamily="34" charset="-122"/>
                <a:cs typeface="Pretendard" pitchFamily="34" charset="-120"/>
              </a:rPr>
              <a:t>차시  </a:t>
            </a:r>
            <a:pPr indent="0" marL="0">
              <a:buNone/>
            </a:pPr>
            <a:r>
              <a:rPr lang="en-US" sz="1500" dirty="0">
                <a:solidFill>
                  <a:srgbClr val="777777"/>
                </a:solidFill>
                <a:latin typeface="Pretendard" pitchFamily="34" charset="0"/>
                <a:ea typeface="Pretendard" pitchFamily="34" charset="-122"/>
                <a:cs typeface="Pretendard" pitchFamily="34" charset="-120"/>
              </a:rPr>
              <a:t>9 / 10 · 45분</a:t>
            </a:r>
            <a:endParaRPr lang="en-US" sz="1500" dirty="0"/>
          </a:p>
        </p:txBody>
      </p:sp>
      <p:sp>
        <p:nvSpPr>
          <p:cNvPr id="8" name="Text 6"/>
          <p:cNvSpPr txBox="1"/>
          <p:nvPr/>
        </p:nvSpPr>
        <p:spPr>
          <a:xfrm>
            <a:off x="475488" y="4434840"/>
            <a:ext cx="2286000" cy="274320"/>
          </a:xfrm>
          <a:prstGeom prst="rect">
            <a:avLst/>
          </a:prstGeom>
          <a:noFill/>
          <a:ln/>
        </p:spPr>
        <p:txBody>
          <a:bodyPr wrap="square" lIns="0" tIns="0" rIns="0" bIns="0" rtlCol="0" anchor="ctr"/>
          <a:lstStyle/>
          <a:p>
            <a:pPr indent="0" marL="0">
              <a:buNone/>
            </a:pPr>
            <a:r>
              <a:rPr lang="en-US" sz="1200" dirty="0">
                <a:solidFill>
                  <a:srgbClr val="9A9A9A"/>
                </a:solidFill>
                <a:latin typeface="Pretendard" pitchFamily="34" charset="0"/>
                <a:ea typeface="Pretendard" pitchFamily="34" charset="-122"/>
                <a:cs typeface="Pretendard" pitchFamily="34" charset="-120"/>
              </a:rPr>
              <a:t>Lesson 09</a:t>
            </a:r>
            <a:endParaRPr lang="en-US" sz="1200" dirty="0"/>
          </a:p>
        </p:txBody>
      </p:sp>
      <p:sp>
        <p:nvSpPr>
          <p:cNvPr id="9" name="Text 7"/>
          <p:cNvSpPr txBox="1"/>
          <p:nvPr/>
        </p:nvSpPr>
        <p:spPr>
          <a:xfrm>
            <a:off x="6309360" y="4434840"/>
            <a:ext cx="2377440" cy="274320"/>
          </a:xfrm>
          <a:prstGeom prst="rect">
            <a:avLst/>
          </a:prstGeom>
          <a:noFill/>
          <a:ln/>
        </p:spPr>
        <p:txBody>
          <a:bodyPr wrap="square" lIns="0" tIns="0" rIns="0" bIns="0" rtlCol="0" anchor="ctr"/>
          <a:lstStyle/>
          <a:p>
            <a:pPr algn="r" indent="0" marL="0">
              <a:buNone/>
            </a:pPr>
            <a:r>
              <a:rPr lang="en-US" sz="1200" dirty="0">
                <a:solidFill>
                  <a:srgbClr val="9A9A9A"/>
                </a:solidFill>
                <a:latin typeface="Pretendard" pitchFamily="34" charset="0"/>
                <a:ea typeface="Pretendard" pitchFamily="34" charset="-122"/>
                <a:cs typeface="Pretendard" pitchFamily="34" charset="-120"/>
              </a:rPr>
              <a:t>오색렌즈 교사연구회</a:t>
            </a:r>
            <a:endParaRPr lang="en-US" sz="1200" dirty="0"/>
          </a:p>
        </p:txBody>
      </p:sp>
      <p:sp>
        <p:nvSpPr>
          <p:cNvPr id="11" name="Text 1"/>
          <p:cNvSpPr/>
          <p:nvPr>
            <p:ph idx="101" type="title" hasCustomPrompt="1"/>
          </p:nvPr>
        </p:nvSpPr>
        <p:spPr>
          <a:xfrm>
            <a:off x="630936" y="566928"/>
            <a:ext cx="7863840" cy="457200"/>
          </a:xfrm>
          <a:prstGeom prst="rect">
            <a:avLst/>
          </a:prstGeom>
          <a:noFill/>
          <a:ln/>
        </p:spPr>
        <p:txBody>
          <a:bodyPr wrap="square" lIns="0" tIns="0" rIns="0" bIns="0" rtlCol="0" anchor="ctr"/>
          <a:lstStyle/>
          <a:p>
            <a:pPr algn="l" indent="0" marL="0">
              <a:buNone/>
            </a:pP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제목 표식"/>
          <p:cNvSpPr/>
          <p:nvPr/>
        </p:nvSpPr>
        <p:spPr>
          <a:xfrm>
            <a:off x="480060" y="708660"/>
            <a:ext cx="36576" cy="173736"/>
          </a:xfrm>
          <a:prstGeom prst="rect">
            <a:avLst/>
          </a:prstGeom>
          <a:solidFill>
            <a:srgbClr val="333333"/>
          </a:solidFill>
          <a:ln w="12700">
            <a:solidFill>
              <a:srgbClr val="333333"/>
            </a:solidFill>
            <a:prstDash val="solid"/>
          </a:ln>
        </p:spPr>
      </p:sp>
      <p:sp>
        <p:nvSpPr>
          <p:cNvPr id="3" name="Text 1"/>
          <p:cNvSpPr/>
          <p:nvPr>
            <p:ph idx="101" type="title" hasCustomPrompt="1"/>
          </p:nvPr>
        </p:nvSpPr>
        <p:spPr>
          <a:xfrm>
            <a:off x="630936" y="566928"/>
            <a:ext cx="7863840" cy="457200"/>
          </a:xfrm>
          <a:prstGeom prst="rect">
            <a:avLst/>
          </a:prstGeom>
          <a:noFill/>
          <a:ln/>
        </p:spPr>
        <p:txBody>
          <a:bodyPr wrap="square" lIns="0" tIns="0" rIns="0" bIns="0" rtlCol="0" anchor="ctr"/>
          <a:lstStyle/>
          <a:p>
            <a:pPr algn="l" indent="0" marL="0">
              <a:buNone/>
            </a:pPr>
            <a:r>
              <a:rPr lang="en-US" sz="2800" b="1" dirty="0">
                <a:solidFill>
                  <a:srgbClr val="333333"/>
                </a:solidFill>
                <a:latin typeface="Pretendard" pitchFamily="34" charset="0"/>
                <a:ea typeface="Pretendard" pitchFamily="34" charset="-122"/>
                <a:cs typeface="Pretendard" pitchFamily="34" charset="-120"/>
              </a:rPr>
              <a:t>지난 시간까지의 수사 도구</a:t>
            </a:r>
            <a:pPr algn="l" indent="0" marL="0">
              <a:buNone/>
            </a:pPr>
            <a:r>
              <a:rPr lang="en-US" sz="1400" b="1" dirty="0">
                <a:solidFill>
                  <a:srgbClr val="9A9A9A"/>
                </a:solidFill>
                <a:latin typeface="Pretendard" pitchFamily="34" charset="0"/>
                <a:ea typeface="Pretendard" pitchFamily="34" charset="-122"/>
                <a:cs typeface="Pretendard" pitchFamily="34" charset="-120"/>
              </a:rPr>
              <a:t>   Review</a:t>
            </a:r>
            <a:endParaRPr lang="en-US" sz="2800" dirty="0"/>
          </a:p>
        </p:txBody>
      </p:sp>
      <p:sp>
        <p:nvSpPr>
          <p:cNvPr id="4" name="강조 카드 1"/>
          <p:cNvSpPr/>
          <p:nvPr/>
        </p:nvSpPr>
        <p:spPr>
          <a:xfrm>
            <a:off x="475488" y="1234440"/>
            <a:ext cx="1572768" cy="2331720"/>
          </a:xfrm>
          <a:prstGeom prst="roundRect">
            <a:avLst>
              <a:gd name="adj" fmla="val 6977"/>
            </a:avLst>
          </a:prstGeom>
          <a:solidFill>
            <a:srgbClr val="FDEBE1"/>
          </a:solidFill>
          <a:ln w="25400">
            <a:solidFill>
              <a:srgbClr val="FF6B35"/>
            </a:solidFill>
            <a:prstDash val="solid"/>
          </a:ln>
        </p:spPr>
      </p:sp>
      <p:sp>
        <p:nvSpPr>
          <p:cNvPr id="5" name="Text 3"/>
          <p:cNvSpPr txBox="1"/>
          <p:nvPr/>
        </p:nvSpPr>
        <p:spPr>
          <a:xfrm>
            <a:off x="640080" y="1371600"/>
            <a:ext cx="1188720" cy="457200"/>
          </a:xfrm>
          <a:prstGeom prst="rect">
            <a:avLst/>
          </a:prstGeom>
          <a:noFill/>
          <a:ln/>
        </p:spPr>
        <p:txBody>
          <a:bodyPr wrap="square" lIns="0" tIns="0" rIns="0" bIns="0" rtlCol="0" anchor="ctr"/>
          <a:lstStyle/>
          <a:p>
            <a:pPr indent="0" marL="0">
              <a:buNone/>
            </a:pPr>
            <a:r>
              <a:rPr lang="en-US" sz="2800" b="1" dirty="0">
                <a:solidFill>
                  <a:srgbClr val="FF6B35"/>
                </a:solidFill>
                <a:latin typeface="Pretendard" pitchFamily="34" charset="0"/>
                <a:ea typeface="Pretendard" pitchFamily="34" charset="-122"/>
                <a:cs typeface="Pretendard" pitchFamily="34" charset="-120"/>
              </a:rPr>
              <a:t>01</a:t>
            </a:r>
            <a:endParaRPr lang="en-US" sz="2800" dirty="0"/>
          </a:p>
        </p:txBody>
      </p:sp>
      <p:sp>
        <p:nvSpPr>
          <p:cNvPr id="6" name="Text 4"/>
          <p:cNvSpPr txBox="1"/>
          <p:nvPr/>
        </p:nvSpPr>
        <p:spPr>
          <a:xfrm>
            <a:off x="640080" y="1874520"/>
            <a:ext cx="1280160" cy="274320"/>
          </a:xfrm>
          <a:prstGeom prst="rect">
            <a:avLst/>
          </a:prstGeom>
          <a:noFill/>
          <a:ln/>
        </p:spPr>
        <p:txBody>
          <a:bodyPr wrap="square" lIns="0" tIns="0" rIns="0" bIns="0" rtlCol="0" anchor="ctr"/>
          <a:lstStyle/>
          <a:p>
            <a:pPr indent="0" marL="0">
              <a:buNone/>
            </a:pPr>
            <a:r>
              <a:rPr lang="en-US" sz="1200" b="1" dirty="0">
                <a:solidFill>
                  <a:srgbClr val="FF6B35"/>
                </a:solidFill>
                <a:latin typeface="Pretendard" pitchFamily="34" charset="0"/>
                <a:ea typeface="Pretendard" pitchFamily="34" charset="-122"/>
                <a:cs typeface="Pretendard" pitchFamily="34" charset="-120"/>
              </a:rPr>
              <a:t>출처</a:t>
            </a:r>
            <a:endParaRPr lang="en-US" sz="1200" dirty="0"/>
          </a:p>
        </p:txBody>
      </p:sp>
      <p:sp>
        <p:nvSpPr>
          <p:cNvPr id="7" name="Text 5"/>
          <p:cNvSpPr txBox="1"/>
          <p:nvPr/>
        </p:nvSpPr>
        <p:spPr>
          <a:xfrm>
            <a:off x="640080" y="2240280"/>
            <a:ext cx="1325880" cy="822960"/>
          </a:xfrm>
          <a:prstGeom prst="rect">
            <a:avLst/>
          </a:prstGeom>
          <a:noFill/>
          <a:ln/>
        </p:spPr>
        <p:txBody>
          <a:bodyPr wrap="square" lIns="0" tIns="0" rIns="0" bIns="0" rtlCol="0" anchor="t"/>
          <a:lstStyle/>
          <a:p>
            <a:pPr indent="0" marL="0">
              <a:buNone/>
            </a:pPr>
            <a:r>
              <a:rPr lang="en-US" sz="1500" b="1" dirty="0">
                <a:solidFill>
                  <a:srgbClr val="333333"/>
                </a:solidFill>
                <a:latin typeface="Pretendard" pitchFamily="34" charset="0"/>
                <a:ea typeface="Pretendard" pitchFamily="34" charset="-122"/>
                <a:cs typeface="Pretendard" pitchFamily="34" charset="-120"/>
              </a:rPr>
              <a:t>누가</a:t>
            </a:r>
            <a:endParaRPr lang="en-US" sz="1500" dirty="0"/>
          </a:p>
          <a:p>
            <a:pPr indent="0" marL="0">
              <a:buNone/>
            </a:pPr>
            <a:r>
              <a:rPr lang="en-US" sz="1500" b="1" dirty="0">
                <a:solidFill>
                  <a:srgbClr val="333333"/>
                </a:solidFill>
                <a:latin typeface="Pretendard" pitchFamily="34" charset="0"/>
                <a:ea typeface="Pretendard" pitchFamily="34" charset="-122"/>
                <a:cs typeface="Pretendard" pitchFamily="34" charset="-120"/>
              </a:rPr>
              <a:t>만들었나?</a:t>
            </a:r>
            <a:endParaRPr lang="en-US" sz="1500" dirty="0"/>
          </a:p>
        </p:txBody>
      </p:sp>
      <p:sp>
        <p:nvSpPr>
          <p:cNvPr id="8" name="강조 카드 2"/>
          <p:cNvSpPr/>
          <p:nvPr/>
        </p:nvSpPr>
        <p:spPr>
          <a:xfrm>
            <a:off x="2130552" y="1234440"/>
            <a:ext cx="1572768" cy="2331720"/>
          </a:xfrm>
          <a:prstGeom prst="roundRect">
            <a:avLst>
              <a:gd name="adj" fmla="val 6977"/>
            </a:avLst>
          </a:prstGeom>
          <a:solidFill>
            <a:srgbClr val="FDEBE1"/>
          </a:solidFill>
          <a:ln w="25400">
            <a:solidFill>
              <a:srgbClr val="FF6B35"/>
            </a:solidFill>
            <a:prstDash val="solid"/>
          </a:ln>
        </p:spPr>
      </p:sp>
      <p:sp>
        <p:nvSpPr>
          <p:cNvPr id="9" name="Text 7"/>
          <p:cNvSpPr txBox="1"/>
          <p:nvPr/>
        </p:nvSpPr>
        <p:spPr>
          <a:xfrm>
            <a:off x="2295144" y="1371600"/>
            <a:ext cx="1188720" cy="457200"/>
          </a:xfrm>
          <a:prstGeom prst="rect">
            <a:avLst/>
          </a:prstGeom>
          <a:noFill/>
          <a:ln/>
        </p:spPr>
        <p:txBody>
          <a:bodyPr wrap="square" lIns="0" tIns="0" rIns="0" bIns="0" rtlCol="0" anchor="ctr"/>
          <a:lstStyle/>
          <a:p>
            <a:pPr indent="0" marL="0">
              <a:buNone/>
            </a:pPr>
            <a:r>
              <a:rPr lang="en-US" sz="2800" b="1" dirty="0">
                <a:solidFill>
                  <a:srgbClr val="FF6B35"/>
                </a:solidFill>
                <a:latin typeface="Pretendard" pitchFamily="34" charset="0"/>
                <a:ea typeface="Pretendard" pitchFamily="34" charset="-122"/>
                <a:cs typeface="Pretendard" pitchFamily="34" charset="-120"/>
              </a:rPr>
              <a:t>02</a:t>
            </a:r>
            <a:endParaRPr lang="en-US" sz="2800" dirty="0"/>
          </a:p>
        </p:txBody>
      </p:sp>
      <p:sp>
        <p:nvSpPr>
          <p:cNvPr id="10" name="Text 8"/>
          <p:cNvSpPr txBox="1"/>
          <p:nvPr/>
        </p:nvSpPr>
        <p:spPr>
          <a:xfrm>
            <a:off x="2295144" y="1874520"/>
            <a:ext cx="1280160" cy="274320"/>
          </a:xfrm>
          <a:prstGeom prst="rect">
            <a:avLst/>
          </a:prstGeom>
          <a:noFill/>
          <a:ln/>
        </p:spPr>
        <p:txBody>
          <a:bodyPr wrap="square" lIns="0" tIns="0" rIns="0" bIns="0" rtlCol="0" anchor="ctr"/>
          <a:lstStyle/>
          <a:p>
            <a:pPr indent="0" marL="0">
              <a:buNone/>
            </a:pPr>
            <a:r>
              <a:rPr lang="en-US" sz="1200" b="1" dirty="0">
                <a:solidFill>
                  <a:srgbClr val="FF6B35"/>
                </a:solidFill>
                <a:latin typeface="Pretendard" pitchFamily="34" charset="0"/>
                <a:ea typeface="Pretendard" pitchFamily="34" charset="-122"/>
                <a:cs typeface="Pretendard" pitchFamily="34" charset="-120"/>
              </a:rPr>
              <a:t>근거</a:t>
            </a:r>
            <a:endParaRPr lang="en-US" sz="1200" dirty="0"/>
          </a:p>
        </p:txBody>
      </p:sp>
      <p:sp>
        <p:nvSpPr>
          <p:cNvPr id="11" name="Text 9"/>
          <p:cNvSpPr txBox="1"/>
          <p:nvPr/>
        </p:nvSpPr>
        <p:spPr>
          <a:xfrm>
            <a:off x="2295144" y="2240280"/>
            <a:ext cx="1325880" cy="822960"/>
          </a:xfrm>
          <a:prstGeom prst="rect">
            <a:avLst/>
          </a:prstGeom>
          <a:noFill/>
          <a:ln/>
        </p:spPr>
        <p:txBody>
          <a:bodyPr wrap="square" lIns="0" tIns="0" rIns="0" bIns="0" rtlCol="0" anchor="t"/>
          <a:lstStyle/>
          <a:p>
            <a:pPr indent="0" marL="0">
              <a:buNone/>
            </a:pPr>
            <a:r>
              <a:rPr lang="en-US" sz="1500" b="1" dirty="0">
                <a:solidFill>
                  <a:srgbClr val="333333"/>
                </a:solidFill>
                <a:latin typeface="Pretendard" pitchFamily="34" charset="0"/>
                <a:ea typeface="Pretendard" pitchFamily="34" charset="-122"/>
                <a:cs typeface="Pretendard" pitchFamily="34" charset="-120"/>
              </a:rPr>
              <a:t>근거가</a:t>
            </a:r>
            <a:endParaRPr lang="en-US" sz="1500" dirty="0"/>
          </a:p>
          <a:p>
            <a:pPr indent="0" marL="0">
              <a:buNone/>
            </a:pPr>
            <a:r>
              <a:rPr lang="en-US" sz="1500" b="1" dirty="0">
                <a:solidFill>
                  <a:srgbClr val="333333"/>
                </a:solidFill>
                <a:latin typeface="Pretendard" pitchFamily="34" charset="0"/>
                <a:ea typeface="Pretendard" pitchFamily="34" charset="-122"/>
                <a:cs typeface="Pretendard" pitchFamily="34" charset="-120"/>
              </a:rPr>
              <a:t>있나?</a:t>
            </a:r>
            <a:endParaRPr lang="en-US" sz="1500" dirty="0"/>
          </a:p>
        </p:txBody>
      </p:sp>
      <p:sp>
        <p:nvSpPr>
          <p:cNvPr id="12" name="강조 카드 3"/>
          <p:cNvSpPr/>
          <p:nvPr/>
        </p:nvSpPr>
        <p:spPr>
          <a:xfrm>
            <a:off x="3785616" y="1234440"/>
            <a:ext cx="1572768" cy="2331720"/>
          </a:xfrm>
          <a:prstGeom prst="roundRect">
            <a:avLst>
              <a:gd name="adj" fmla="val 6977"/>
            </a:avLst>
          </a:prstGeom>
          <a:solidFill>
            <a:srgbClr val="FDEBE1"/>
          </a:solidFill>
          <a:ln w="25400">
            <a:solidFill>
              <a:srgbClr val="FF6B35"/>
            </a:solidFill>
            <a:prstDash val="solid"/>
          </a:ln>
        </p:spPr>
      </p:sp>
      <p:sp>
        <p:nvSpPr>
          <p:cNvPr id="13" name="Text 11"/>
          <p:cNvSpPr txBox="1"/>
          <p:nvPr/>
        </p:nvSpPr>
        <p:spPr>
          <a:xfrm>
            <a:off x="3950208" y="1371600"/>
            <a:ext cx="1188720" cy="457200"/>
          </a:xfrm>
          <a:prstGeom prst="rect">
            <a:avLst/>
          </a:prstGeom>
          <a:noFill/>
          <a:ln/>
        </p:spPr>
        <p:txBody>
          <a:bodyPr wrap="square" lIns="0" tIns="0" rIns="0" bIns="0" rtlCol="0" anchor="ctr"/>
          <a:lstStyle/>
          <a:p>
            <a:pPr indent="0" marL="0">
              <a:buNone/>
            </a:pPr>
            <a:r>
              <a:rPr lang="en-US" sz="2800" b="1" dirty="0">
                <a:solidFill>
                  <a:srgbClr val="FF6B35"/>
                </a:solidFill>
                <a:latin typeface="Pretendard" pitchFamily="34" charset="0"/>
                <a:ea typeface="Pretendard" pitchFamily="34" charset="-122"/>
                <a:cs typeface="Pretendard" pitchFamily="34" charset="-120"/>
              </a:rPr>
              <a:t>03</a:t>
            </a:r>
            <a:endParaRPr lang="en-US" sz="2800" dirty="0"/>
          </a:p>
        </p:txBody>
      </p:sp>
      <p:sp>
        <p:nvSpPr>
          <p:cNvPr id="14" name="Text 12"/>
          <p:cNvSpPr txBox="1"/>
          <p:nvPr/>
        </p:nvSpPr>
        <p:spPr>
          <a:xfrm>
            <a:off x="3950208" y="1874520"/>
            <a:ext cx="1280160" cy="274320"/>
          </a:xfrm>
          <a:prstGeom prst="rect">
            <a:avLst/>
          </a:prstGeom>
          <a:noFill/>
          <a:ln/>
        </p:spPr>
        <p:txBody>
          <a:bodyPr wrap="square" lIns="0" tIns="0" rIns="0" bIns="0" rtlCol="0" anchor="ctr"/>
          <a:lstStyle/>
          <a:p>
            <a:pPr indent="0" marL="0">
              <a:buNone/>
            </a:pPr>
            <a:r>
              <a:rPr lang="en-US" sz="1200" b="1" dirty="0">
                <a:solidFill>
                  <a:srgbClr val="FF6B35"/>
                </a:solidFill>
                <a:latin typeface="Pretendard" pitchFamily="34" charset="0"/>
                <a:ea typeface="Pretendard" pitchFamily="34" charset="-122"/>
                <a:cs typeface="Pretendard" pitchFamily="34" charset="-120"/>
              </a:rPr>
              <a:t>의도</a:t>
            </a:r>
            <a:endParaRPr lang="en-US" sz="1200" dirty="0"/>
          </a:p>
        </p:txBody>
      </p:sp>
      <p:sp>
        <p:nvSpPr>
          <p:cNvPr id="15" name="Text 13"/>
          <p:cNvSpPr txBox="1"/>
          <p:nvPr/>
        </p:nvSpPr>
        <p:spPr>
          <a:xfrm>
            <a:off x="3950208" y="2240280"/>
            <a:ext cx="1325880" cy="822960"/>
          </a:xfrm>
          <a:prstGeom prst="rect">
            <a:avLst/>
          </a:prstGeom>
          <a:noFill/>
          <a:ln/>
        </p:spPr>
        <p:txBody>
          <a:bodyPr wrap="square" lIns="0" tIns="0" rIns="0" bIns="0" rtlCol="0" anchor="t"/>
          <a:lstStyle/>
          <a:p>
            <a:pPr indent="0" marL="0">
              <a:buNone/>
            </a:pPr>
            <a:r>
              <a:rPr lang="en-US" sz="1500" b="1" dirty="0">
                <a:solidFill>
                  <a:srgbClr val="333333"/>
                </a:solidFill>
                <a:latin typeface="Pretendard" pitchFamily="34" charset="0"/>
                <a:ea typeface="Pretendard" pitchFamily="34" charset="-122"/>
                <a:cs typeface="Pretendard" pitchFamily="34" charset="-120"/>
              </a:rPr>
              <a:t>무엇을</a:t>
            </a:r>
            <a:endParaRPr lang="en-US" sz="1500" dirty="0"/>
          </a:p>
          <a:p>
            <a:pPr indent="0" marL="0">
              <a:buNone/>
            </a:pPr>
            <a:r>
              <a:rPr lang="en-US" sz="1500" b="1" dirty="0">
                <a:solidFill>
                  <a:srgbClr val="333333"/>
                </a:solidFill>
                <a:latin typeface="Pretendard" pitchFamily="34" charset="0"/>
                <a:ea typeface="Pretendard" pitchFamily="34" charset="-122"/>
                <a:cs typeface="Pretendard" pitchFamily="34" charset="-120"/>
              </a:rPr>
              <a:t>원하나?</a:t>
            </a:r>
            <a:endParaRPr lang="en-US" sz="1500" dirty="0"/>
          </a:p>
        </p:txBody>
      </p:sp>
      <p:sp>
        <p:nvSpPr>
          <p:cNvPr id="16" name="강조 카드 4"/>
          <p:cNvSpPr/>
          <p:nvPr/>
        </p:nvSpPr>
        <p:spPr>
          <a:xfrm>
            <a:off x="5440680" y="1234440"/>
            <a:ext cx="1572768" cy="2331720"/>
          </a:xfrm>
          <a:prstGeom prst="roundRect">
            <a:avLst>
              <a:gd name="adj" fmla="val 6977"/>
            </a:avLst>
          </a:prstGeom>
          <a:solidFill>
            <a:srgbClr val="FDEBE1"/>
          </a:solidFill>
          <a:ln w="25400">
            <a:solidFill>
              <a:srgbClr val="FF6B35"/>
            </a:solidFill>
            <a:prstDash val="solid"/>
          </a:ln>
        </p:spPr>
      </p:sp>
      <p:sp>
        <p:nvSpPr>
          <p:cNvPr id="17" name="Text 15"/>
          <p:cNvSpPr txBox="1"/>
          <p:nvPr/>
        </p:nvSpPr>
        <p:spPr>
          <a:xfrm>
            <a:off x="5605272" y="1371600"/>
            <a:ext cx="1188720" cy="457200"/>
          </a:xfrm>
          <a:prstGeom prst="rect">
            <a:avLst/>
          </a:prstGeom>
          <a:noFill/>
          <a:ln/>
        </p:spPr>
        <p:txBody>
          <a:bodyPr wrap="square" lIns="0" tIns="0" rIns="0" bIns="0" rtlCol="0" anchor="ctr"/>
          <a:lstStyle/>
          <a:p>
            <a:pPr indent="0" marL="0">
              <a:buNone/>
            </a:pPr>
            <a:r>
              <a:rPr lang="en-US" sz="2800" b="1" dirty="0">
                <a:solidFill>
                  <a:srgbClr val="FF6B35"/>
                </a:solidFill>
                <a:latin typeface="Pretendard" pitchFamily="34" charset="0"/>
                <a:ea typeface="Pretendard" pitchFamily="34" charset="-122"/>
                <a:cs typeface="Pretendard" pitchFamily="34" charset="-120"/>
              </a:rPr>
              <a:t>04</a:t>
            </a:r>
            <a:endParaRPr lang="en-US" sz="2800" dirty="0"/>
          </a:p>
        </p:txBody>
      </p:sp>
      <p:sp>
        <p:nvSpPr>
          <p:cNvPr id="18" name="Text 16"/>
          <p:cNvSpPr txBox="1"/>
          <p:nvPr/>
        </p:nvSpPr>
        <p:spPr>
          <a:xfrm>
            <a:off x="5605272" y="1874520"/>
            <a:ext cx="1280160" cy="274320"/>
          </a:xfrm>
          <a:prstGeom prst="rect">
            <a:avLst/>
          </a:prstGeom>
          <a:noFill/>
          <a:ln/>
        </p:spPr>
        <p:txBody>
          <a:bodyPr wrap="square" lIns="0" tIns="0" rIns="0" bIns="0" rtlCol="0" anchor="ctr"/>
          <a:lstStyle/>
          <a:p>
            <a:pPr indent="0" marL="0">
              <a:buNone/>
            </a:pPr>
            <a:r>
              <a:rPr lang="en-US" sz="1200" b="1" dirty="0">
                <a:solidFill>
                  <a:srgbClr val="FF6B35"/>
                </a:solidFill>
                <a:latin typeface="Pretendard" pitchFamily="34" charset="0"/>
                <a:ea typeface="Pretendard" pitchFamily="34" charset="-122"/>
                <a:cs typeface="Pretendard" pitchFamily="34" charset="-120"/>
              </a:rPr>
              <a:t>표현</a:t>
            </a:r>
            <a:endParaRPr lang="en-US" sz="1200" dirty="0"/>
          </a:p>
        </p:txBody>
      </p:sp>
      <p:sp>
        <p:nvSpPr>
          <p:cNvPr id="19" name="Text 17"/>
          <p:cNvSpPr txBox="1"/>
          <p:nvPr/>
        </p:nvSpPr>
        <p:spPr>
          <a:xfrm>
            <a:off x="5605272" y="2240280"/>
            <a:ext cx="1325880" cy="822960"/>
          </a:xfrm>
          <a:prstGeom prst="rect">
            <a:avLst/>
          </a:prstGeom>
          <a:noFill/>
          <a:ln/>
        </p:spPr>
        <p:txBody>
          <a:bodyPr wrap="square" lIns="0" tIns="0" rIns="0" bIns="0" rtlCol="0" anchor="t"/>
          <a:lstStyle/>
          <a:p>
            <a:pPr indent="0" marL="0">
              <a:buNone/>
            </a:pPr>
            <a:r>
              <a:rPr lang="en-US" sz="1500" b="1" dirty="0">
                <a:solidFill>
                  <a:srgbClr val="333333"/>
                </a:solidFill>
                <a:latin typeface="Pretendard" pitchFamily="34" charset="0"/>
                <a:ea typeface="Pretendard" pitchFamily="34" charset="-122"/>
                <a:cs typeface="Pretendard" pitchFamily="34" charset="-120"/>
              </a:rPr>
              <a:t>어떻게</a:t>
            </a:r>
            <a:endParaRPr lang="en-US" sz="1500" dirty="0"/>
          </a:p>
          <a:p>
            <a:pPr indent="0" marL="0">
              <a:buNone/>
            </a:pPr>
            <a:r>
              <a:rPr lang="en-US" sz="1500" b="1" dirty="0">
                <a:solidFill>
                  <a:srgbClr val="333333"/>
                </a:solidFill>
                <a:latin typeface="Pretendard" pitchFamily="34" charset="0"/>
                <a:ea typeface="Pretendard" pitchFamily="34" charset="-122"/>
                <a:cs typeface="Pretendard" pitchFamily="34" charset="-120"/>
              </a:rPr>
              <a:t>말하고 있나?</a:t>
            </a:r>
            <a:endParaRPr lang="en-US" sz="1500" dirty="0"/>
          </a:p>
        </p:txBody>
      </p:sp>
      <p:sp>
        <p:nvSpPr>
          <p:cNvPr id="20" name="강조 카드 5"/>
          <p:cNvSpPr/>
          <p:nvPr/>
        </p:nvSpPr>
        <p:spPr>
          <a:xfrm>
            <a:off x="7095744" y="1234440"/>
            <a:ext cx="1572768" cy="2331720"/>
          </a:xfrm>
          <a:prstGeom prst="roundRect">
            <a:avLst>
              <a:gd name="adj" fmla="val 6977"/>
            </a:avLst>
          </a:prstGeom>
          <a:solidFill>
            <a:srgbClr val="FDEBE1"/>
          </a:solidFill>
          <a:ln w="25400">
            <a:solidFill>
              <a:srgbClr val="FF6B35"/>
            </a:solidFill>
            <a:prstDash val="solid"/>
          </a:ln>
        </p:spPr>
      </p:sp>
      <p:sp>
        <p:nvSpPr>
          <p:cNvPr id="21" name="Text 19"/>
          <p:cNvSpPr txBox="1"/>
          <p:nvPr/>
        </p:nvSpPr>
        <p:spPr>
          <a:xfrm>
            <a:off x="7260336" y="1371600"/>
            <a:ext cx="1188720" cy="457200"/>
          </a:xfrm>
          <a:prstGeom prst="rect">
            <a:avLst/>
          </a:prstGeom>
          <a:noFill/>
          <a:ln/>
        </p:spPr>
        <p:txBody>
          <a:bodyPr wrap="square" lIns="0" tIns="0" rIns="0" bIns="0" rtlCol="0" anchor="ctr"/>
          <a:lstStyle/>
          <a:p>
            <a:pPr indent="0" marL="0">
              <a:buNone/>
            </a:pPr>
            <a:r>
              <a:rPr lang="en-US" sz="2800" b="1" dirty="0">
                <a:solidFill>
                  <a:srgbClr val="FF6B35"/>
                </a:solidFill>
                <a:latin typeface="Pretendard" pitchFamily="34" charset="0"/>
                <a:ea typeface="Pretendard" pitchFamily="34" charset="-122"/>
                <a:cs typeface="Pretendard" pitchFamily="34" charset="-120"/>
              </a:rPr>
              <a:t>05</a:t>
            </a:r>
            <a:endParaRPr lang="en-US" sz="2800" dirty="0"/>
          </a:p>
        </p:txBody>
      </p:sp>
      <p:sp>
        <p:nvSpPr>
          <p:cNvPr id="22" name="Text 20"/>
          <p:cNvSpPr txBox="1"/>
          <p:nvPr/>
        </p:nvSpPr>
        <p:spPr>
          <a:xfrm>
            <a:off x="7260336" y="1874520"/>
            <a:ext cx="1280160" cy="274320"/>
          </a:xfrm>
          <a:prstGeom prst="rect">
            <a:avLst/>
          </a:prstGeom>
          <a:noFill/>
          <a:ln/>
        </p:spPr>
        <p:txBody>
          <a:bodyPr wrap="square" lIns="0" tIns="0" rIns="0" bIns="0" rtlCol="0" anchor="ctr"/>
          <a:lstStyle/>
          <a:p>
            <a:pPr indent="0" marL="0">
              <a:buNone/>
            </a:pPr>
            <a:r>
              <a:rPr lang="en-US" sz="1200" b="1" dirty="0">
                <a:solidFill>
                  <a:srgbClr val="FF6B35"/>
                </a:solidFill>
                <a:latin typeface="Pretendard" pitchFamily="34" charset="0"/>
                <a:ea typeface="Pretendard" pitchFamily="34" charset="-122"/>
                <a:cs typeface="Pretendard" pitchFamily="34" charset="-120"/>
              </a:rPr>
              <a:t>재확인</a:t>
            </a:r>
            <a:endParaRPr lang="en-US" sz="1200" dirty="0"/>
          </a:p>
        </p:txBody>
      </p:sp>
      <p:sp>
        <p:nvSpPr>
          <p:cNvPr id="23" name="Text 21"/>
          <p:cNvSpPr txBox="1"/>
          <p:nvPr/>
        </p:nvSpPr>
        <p:spPr>
          <a:xfrm>
            <a:off x="7260336" y="2240280"/>
            <a:ext cx="1325880" cy="822960"/>
          </a:xfrm>
          <a:prstGeom prst="rect">
            <a:avLst/>
          </a:prstGeom>
          <a:noFill/>
          <a:ln/>
        </p:spPr>
        <p:txBody>
          <a:bodyPr wrap="square" lIns="0" tIns="0" rIns="0" bIns="0" rtlCol="0" anchor="t"/>
          <a:lstStyle/>
          <a:p>
            <a:pPr indent="0" marL="0">
              <a:buNone/>
            </a:pPr>
            <a:r>
              <a:rPr lang="en-US" sz="1500" b="1" dirty="0">
                <a:solidFill>
                  <a:srgbClr val="333333"/>
                </a:solidFill>
                <a:latin typeface="Pretendard" pitchFamily="34" charset="0"/>
                <a:ea typeface="Pretendard" pitchFamily="34" charset="-122"/>
                <a:cs typeface="Pretendard" pitchFamily="34" charset="-120"/>
              </a:rPr>
              <a:t>다른 곳에서도</a:t>
            </a:r>
            <a:endParaRPr lang="en-US" sz="1500" dirty="0"/>
          </a:p>
          <a:p>
            <a:pPr indent="0" marL="0">
              <a:buNone/>
            </a:pPr>
            <a:r>
              <a:rPr lang="en-US" sz="1500" b="1" dirty="0">
                <a:solidFill>
                  <a:srgbClr val="333333"/>
                </a:solidFill>
                <a:latin typeface="Pretendard" pitchFamily="34" charset="0"/>
                <a:ea typeface="Pretendard" pitchFamily="34" charset="-122"/>
                <a:cs typeface="Pretendard" pitchFamily="34" charset="-120"/>
              </a:rPr>
              <a:t>확인되나?</a:t>
            </a:r>
            <a:endParaRPr lang="en-US" sz="1500" dirty="0"/>
          </a:p>
        </p:txBody>
      </p:sp>
      <p:sp>
        <p:nvSpPr>
          <p:cNvPr id="24" name="배너"/>
          <p:cNvSpPr/>
          <p:nvPr/>
        </p:nvSpPr>
        <p:spPr>
          <a:xfrm>
            <a:off x="475488" y="3794760"/>
            <a:ext cx="8193024" cy="640080"/>
          </a:xfrm>
          <a:prstGeom prst="roundRect">
            <a:avLst>
              <a:gd name="adj" fmla="val 14286"/>
            </a:avLst>
          </a:prstGeom>
          <a:solidFill>
            <a:srgbClr val="333333"/>
          </a:solidFill>
          <a:ln w="12700">
            <a:solidFill>
              <a:srgbClr val="333333"/>
            </a:solidFill>
            <a:prstDash val="solid"/>
          </a:ln>
        </p:spPr>
      </p:sp>
      <p:sp>
        <p:nvSpPr>
          <p:cNvPr id="25" name="Text 23"/>
          <p:cNvSpPr txBox="1"/>
          <p:nvPr/>
        </p:nvSpPr>
        <p:spPr>
          <a:xfrm>
            <a:off x="475488" y="3794760"/>
            <a:ext cx="8193024"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다섯 질문 모두, 오늘 캠페인의 재료예요</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제목 표식"/>
          <p:cNvSpPr/>
          <p:nvPr/>
        </p:nvSpPr>
        <p:spPr>
          <a:xfrm>
            <a:off x="480060" y="708660"/>
            <a:ext cx="36576" cy="173736"/>
          </a:xfrm>
          <a:prstGeom prst="rect">
            <a:avLst/>
          </a:prstGeom>
          <a:solidFill>
            <a:srgbClr val="333333"/>
          </a:solidFill>
          <a:ln w="12700">
            <a:solidFill>
              <a:srgbClr val="333333"/>
            </a:solidFill>
            <a:prstDash val="solid"/>
          </a:ln>
        </p:spPr>
      </p:sp>
      <p:sp>
        <p:nvSpPr>
          <p:cNvPr id="3" name="Text 1"/>
          <p:cNvSpPr/>
          <p:nvPr>
            <p:ph idx="101" type="title" hasCustomPrompt="1"/>
          </p:nvPr>
        </p:nvSpPr>
        <p:spPr>
          <a:xfrm>
            <a:off x="630936" y="566928"/>
            <a:ext cx="7863840" cy="457200"/>
          </a:xfrm>
          <a:prstGeom prst="rect">
            <a:avLst/>
          </a:prstGeom>
          <a:noFill/>
          <a:ln/>
        </p:spPr>
        <p:txBody>
          <a:bodyPr wrap="square" lIns="0" tIns="0" rIns="0" bIns="0" rtlCol="0" anchor="ctr"/>
          <a:lstStyle/>
          <a:p>
            <a:pPr algn="l" indent="0" marL="0">
              <a:buNone/>
            </a:pPr>
            <a:r>
              <a:rPr lang="en-US" sz="2800" b="1" dirty="0">
                <a:solidFill>
                  <a:srgbClr val="333333"/>
                </a:solidFill>
                <a:latin typeface="Pretendard" pitchFamily="34" charset="0"/>
                <a:ea typeface="Pretendard" pitchFamily="34" charset="-122"/>
                <a:cs typeface="Pretendard" pitchFamily="34" charset="-120"/>
              </a:rPr>
              <a:t>우리가 만든 도구 한 장</a:t>
            </a:r>
            <a:pPr algn="l" indent="0" marL="0">
              <a:buNone/>
            </a:pPr>
            <a:r>
              <a:rPr lang="en-US" sz="1400" b="1" dirty="0">
                <a:solidFill>
                  <a:srgbClr val="9A9A9A"/>
                </a:solidFill>
                <a:latin typeface="Pretendard" pitchFamily="34" charset="0"/>
                <a:ea typeface="Pretendard" pitchFamily="34" charset="-122"/>
                <a:cs typeface="Pretendard" pitchFamily="34" charset="-120"/>
              </a:rPr>
              <a:t>   Our Toolkit</a:t>
            </a:r>
            <a:endParaRPr lang="en-US" sz="2800" dirty="0"/>
          </a:p>
        </p:txBody>
      </p:sp>
      <p:sp>
        <p:nvSpPr>
          <p:cNvPr id="4" name="도구 카드 1"/>
          <p:cNvSpPr/>
          <p:nvPr/>
        </p:nvSpPr>
        <p:spPr>
          <a:xfrm>
            <a:off x="475488" y="1234440"/>
            <a:ext cx="1965960" cy="2286000"/>
          </a:xfrm>
          <a:prstGeom prst="roundRect">
            <a:avLst>
              <a:gd name="adj" fmla="val 5581"/>
            </a:avLst>
          </a:prstGeom>
          <a:solidFill>
            <a:srgbClr val="FFFFFF"/>
          </a:solidFill>
          <a:ln w="15875">
            <a:solidFill>
              <a:srgbClr val="C9C9C9"/>
            </a:solidFill>
            <a:prstDash val="solid"/>
          </a:ln>
        </p:spPr>
      </p:sp>
      <p:sp>
        <p:nvSpPr>
          <p:cNvPr id="5" name="Text 3"/>
          <p:cNvSpPr txBox="1"/>
          <p:nvPr/>
        </p:nvSpPr>
        <p:spPr>
          <a:xfrm>
            <a:off x="658368" y="1371600"/>
            <a:ext cx="1691640" cy="502920"/>
          </a:xfrm>
          <a:prstGeom prst="rect">
            <a:avLst/>
          </a:prstGeom>
          <a:noFill/>
          <a:ln/>
        </p:spPr>
        <p:txBody>
          <a:bodyPr wrap="square" lIns="0" tIns="0" rIns="0" bIns="0" rtlCol="0" anchor="ctr"/>
          <a:lstStyle/>
          <a:p>
            <a:pPr indent="0" marL="0">
              <a:buNone/>
            </a:pPr>
            <a:r>
              <a:rPr lang="en-US" sz="2600" b="1" dirty="0">
                <a:solidFill>
                  <a:srgbClr val="FF6B35"/>
                </a:solidFill>
                <a:latin typeface="Pretendard" pitchFamily="34" charset="0"/>
                <a:ea typeface="Pretendard" pitchFamily="34" charset="-122"/>
                <a:cs typeface="Pretendard" pitchFamily="34" charset="-120"/>
              </a:rPr>
              <a:t>01</a:t>
            </a:r>
            <a:endParaRPr lang="en-US" sz="2600" dirty="0"/>
          </a:p>
        </p:txBody>
      </p:sp>
      <p:sp>
        <p:nvSpPr>
          <p:cNvPr id="6" name="Text 4"/>
          <p:cNvSpPr txBox="1"/>
          <p:nvPr/>
        </p:nvSpPr>
        <p:spPr>
          <a:xfrm>
            <a:off x="658368" y="1938528"/>
            <a:ext cx="1691640" cy="457200"/>
          </a:xfrm>
          <a:prstGeom prst="rect">
            <a:avLst/>
          </a:prstGeom>
          <a:noFill/>
          <a:ln/>
        </p:spPr>
        <p:txBody>
          <a:bodyPr wrap="square" lIns="0" tIns="0" rIns="0" bIns="0" rtlCol="0" anchor="t"/>
          <a:lstStyle/>
          <a:p>
            <a:pPr indent="0" marL="0">
              <a:buNone/>
            </a:pPr>
            <a:r>
              <a:rPr lang="en-US" sz="1700" b="1" dirty="0">
                <a:solidFill>
                  <a:srgbClr val="333333"/>
                </a:solidFill>
                <a:latin typeface="Pretendard" pitchFamily="34" charset="0"/>
                <a:ea typeface="Pretendard" pitchFamily="34" charset="-122"/>
                <a:cs typeface="Pretendard" pitchFamily="34" charset="-120"/>
              </a:rPr>
              <a:t>정보 5문</a:t>
            </a:r>
            <a:endParaRPr lang="en-US" sz="1700" dirty="0"/>
          </a:p>
        </p:txBody>
      </p:sp>
      <p:sp>
        <p:nvSpPr>
          <p:cNvPr id="7" name="Text 5"/>
          <p:cNvSpPr txBox="1"/>
          <p:nvPr/>
        </p:nvSpPr>
        <p:spPr>
          <a:xfrm>
            <a:off x="658368" y="2468880"/>
            <a:ext cx="1691640" cy="960120"/>
          </a:xfrm>
          <a:prstGeom prst="rect">
            <a:avLst/>
          </a:prstGeom>
          <a:noFill/>
          <a:ln/>
        </p:spPr>
        <p:txBody>
          <a:bodyPr wrap="square" lIns="0" tIns="0" rIns="0" bIns="0" rtlCol="0" anchor="t"/>
          <a:lstStyle/>
          <a:p>
            <a:pPr indent="0" marL="0">
              <a:buNone/>
            </a:pPr>
            <a:r>
              <a:rPr lang="en-US" sz="1200" dirty="0">
                <a:solidFill>
                  <a:srgbClr val="777777"/>
                </a:solidFill>
                <a:latin typeface="Pretendard" pitchFamily="34" charset="0"/>
                <a:ea typeface="Pretendard" pitchFamily="34" charset="-122"/>
                <a:cs typeface="Pretendard" pitchFamily="34" charset="-120"/>
              </a:rPr>
              <a:t>출처 · 근거 · 의도 ·</a:t>
            </a:r>
            <a:endParaRPr lang="en-US" sz="1200" dirty="0"/>
          </a:p>
          <a:p>
            <a:pPr indent="0" marL="0">
              <a:buNone/>
            </a:pPr>
            <a:r>
              <a:rPr lang="en-US" sz="1200" dirty="0">
                <a:solidFill>
                  <a:srgbClr val="777777"/>
                </a:solidFill>
                <a:latin typeface="Pretendard" pitchFamily="34" charset="0"/>
                <a:ea typeface="Pretendard" pitchFamily="34" charset="-122"/>
                <a:cs typeface="Pretendard" pitchFamily="34" charset="-120"/>
              </a:rPr>
              <a:t>표현 · 재확인</a:t>
            </a:r>
            <a:endParaRPr lang="en-US" sz="1200" dirty="0"/>
          </a:p>
        </p:txBody>
      </p:sp>
      <p:sp>
        <p:nvSpPr>
          <p:cNvPr id="8" name="도구 카드 2"/>
          <p:cNvSpPr/>
          <p:nvPr/>
        </p:nvSpPr>
        <p:spPr>
          <a:xfrm>
            <a:off x="2551176" y="1234440"/>
            <a:ext cx="1965960" cy="2286000"/>
          </a:xfrm>
          <a:prstGeom prst="roundRect">
            <a:avLst>
              <a:gd name="adj" fmla="val 5581"/>
            </a:avLst>
          </a:prstGeom>
          <a:solidFill>
            <a:srgbClr val="FFFFFF"/>
          </a:solidFill>
          <a:ln w="15875">
            <a:solidFill>
              <a:srgbClr val="C9C9C9"/>
            </a:solidFill>
            <a:prstDash val="solid"/>
          </a:ln>
        </p:spPr>
      </p:sp>
      <p:sp>
        <p:nvSpPr>
          <p:cNvPr id="9" name="Text 7"/>
          <p:cNvSpPr txBox="1"/>
          <p:nvPr/>
        </p:nvSpPr>
        <p:spPr>
          <a:xfrm>
            <a:off x="2734056" y="1371600"/>
            <a:ext cx="1691640" cy="502920"/>
          </a:xfrm>
          <a:prstGeom prst="rect">
            <a:avLst/>
          </a:prstGeom>
          <a:noFill/>
          <a:ln/>
        </p:spPr>
        <p:txBody>
          <a:bodyPr wrap="square" lIns="0" tIns="0" rIns="0" bIns="0" rtlCol="0" anchor="ctr"/>
          <a:lstStyle/>
          <a:p>
            <a:pPr indent="0" marL="0">
              <a:buNone/>
            </a:pPr>
            <a:r>
              <a:rPr lang="en-US" sz="2600" b="1" dirty="0">
                <a:solidFill>
                  <a:srgbClr val="FF6B35"/>
                </a:solidFill>
                <a:latin typeface="Pretendard" pitchFamily="34" charset="0"/>
                <a:ea typeface="Pretendard" pitchFamily="34" charset="-122"/>
                <a:cs typeface="Pretendard" pitchFamily="34" charset="-120"/>
              </a:rPr>
              <a:t>02</a:t>
            </a:r>
            <a:endParaRPr lang="en-US" sz="2600" dirty="0"/>
          </a:p>
        </p:txBody>
      </p:sp>
      <p:sp>
        <p:nvSpPr>
          <p:cNvPr id="10" name="Text 8"/>
          <p:cNvSpPr txBox="1"/>
          <p:nvPr/>
        </p:nvSpPr>
        <p:spPr>
          <a:xfrm>
            <a:off x="2734056" y="1938528"/>
            <a:ext cx="1691640" cy="457200"/>
          </a:xfrm>
          <a:prstGeom prst="rect">
            <a:avLst/>
          </a:prstGeom>
          <a:noFill/>
          <a:ln/>
        </p:spPr>
        <p:txBody>
          <a:bodyPr wrap="square" lIns="0" tIns="0" rIns="0" bIns="0" rtlCol="0" anchor="t"/>
          <a:lstStyle/>
          <a:p>
            <a:pPr indent="0" marL="0">
              <a:buNone/>
            </a:pPr>
            <a:r>
              <a:rPr lang="en-US" sz="1700" b="1" dirty="0">
                <a:solidFill>
                  <a:srgbClr val="333333"/>
                </a:solidFill>
                <a:latin typeface="Pretendard" pitchFamily="34" charset="0"/>
                <a:ea typeface="Pretendard" pitchFamily="34" charset="-122"/>
                <a:cs typeface="Pretendard" pitchFamily="34" charset="-120"/>
              </a:rPr>
              <a:t>출처 따라가기</a:t>
            </a:r>
            <a:endParaRPr lang="en-US" sz="1700" dirty="0"/>
          </a:p>
        </p:txBody>
      </p:sp>
      <p:sp>
        <p:nvSpPr>
          <p:cNvPr id="11" name="Text 9"/>
          <p:cNvSpPr txBox="1"/>
          <p:nvPr/>
        </p:nvSpPr>
        <p:spPr>
          <a:xfrm>
            <a:off x="2734056" y="2468880"/>
            <a:ext cx="1691640" cy="960120"/>
          </a:xfrm>
          <a:prstGeom prst="rect">
            <a:avLst/>
          </a:prstGeom>
          <a:noFill/>
          <a:ln/>
        </p:spPr>
        <p:txBody>
          <a:bodyPr wrap="square" lIns="0" tIns="0" rIns="0" bIns="0" rtlCol="0" anchor="t"/>
          <a:lstStyle/>
          <a:p>
            <a:pPr indent="0" marL="0">
              <a:buNone/>
            </a:pPr>
            <a:r>
              <a:rPr lang="en-US" sz="1200" dirty="0">
                <a:solidFill>
                  <a:srgbClr val="777777"/>
                </a:solidFill>
                <a:latin typeface="Pretendard" pitchFamily="34" charset="0"/>
                <a:ea typeface="Pretendard" pitchFamily="34" charset="-122"/>
                <a:cs typeface="Pretendard" pitchFamily="34" charset="-120"/>
              </a:rPr>
              <a:t>누가 만들었나 →</a:t>
            </a:r>
            <a:endParaRPr lang="en-US" sz="1200" dirty="0"/>
          </a:p>
          <a:p>
            <a:pPr indent="0" marL="0">
              <a:buNone/>
            </a:pPr>
            <a:r>
              <a:rPr lang="en-US" sz="1200" dirty="0">
                <a:solidFill>
                  <a:srgbClr val="777777"/>
                </a:solidFill>
                <a:latin typeface="Pretendard" pitchFamily="34" charset="0"/>
                <a:ea typeface="Pretendard" pitchFamily="34" charset="-122"/>
                <a:cs typeface="Pretendard" pitchFamily="34" charset="-120"/>
              </a:rPr>
              <a:t>원래 자료 → 견주기</a:t>
            </a:r>
            <a:endParaRPr lang="en-US" sz="1200" dirty="0"/>
          </a:p>
        </p:txBody>
      </p:sp>
      <p:sp>
        <p:nvSpPr>
          <p:cNvPr id="12" name="도구 카드 3"/>
          <p:cNvSpPr/>
          <p:nvPr/>
        </p:nvSpPr>
        <p:spPr>
          <a:xfrm>
            <a:off x="4626864" y="1234440"/>
            <a:ext cx="1965960" cy="2286000"/>
          </a:xfrm>
          <a:prstGeom prst="roundRect">
            <a:avLst>
              <a:gd name="adj" fmla="val 5581"/>
            </a:avLst>
          </a:prstGeom>
          <a:solidFill>
            <a:srgbClr val="FFFFFF"/>
          </a:solidFill>
          <a:ln w="15875">
            <a:solidFill>
              <a:srgbClr val="C9C9C9"/>
            </a:solidFill>
            <a:prstDash val="solid"/>
          </a:ln>
        </p:spPr>
      </p:sp>
      <p:sp>
        <p:nvSpPr>
          <p:cNvPr id="13" name="Text 11"/>
          <p:cNvSpPr txBox="1"/>
          <p:nvPr/>
        </p:nvSpPr>
        <p:spPr>
          <a:xfrm>
            <a:off x="4809744" y="1371600"/>
            <a:ext cx="1691640" cy="502920"/>
          </a:xfrm>
          <a:prstGeom prst="rect">
            <a:avLst/>
          </a:prstGeom>
          <a:noFill/>
          <a:ln/>
        </p:spPr>
        <p:txBody>
          <a:bodyPr wrap="square" lIns="0" tIns="0" rIns="0" bIns="0" rtlCol="0" anchor="ctr"/>
          <a:lstStyle/>
          <a:p>
            <a:pPr indent="0" marL="0">
              <a:buNone/>
            </a:pPr>
            <a:r>
              <a:rPr lang="en-US" sz="2600" b="1" dirty="0">
                <a:solidFill>
                  <a:srgbClr val="FF6B35"/>
                </a:solidFill>
                <a:latin typeface="Pretendard" pitchFamily="34" charset="0"/>
                <a:ea typeface="Pretendard" pitchFamily="34" charset="-122"/>
                <a:cs typeface="Pretendard" pitchFamily="34" charset="-120"/>
              </a:rPr>
              <a:t>03</a:t>
            </a:r>
            <a:endParaRPr lang="en-US" sz="2600" dirty="0"/>
          </a:p>
        </p:txBody>
      </p:sp>
      <p:sp>
        <p:nvSpPr>
          <p:cNvPr id="14" name="Text 12"/>
          <p:cNvSpPr txBox="1"/>
          <p:nvPr/>
        </p:nvSpPr>
        <p:spPr>
          <a:xfrm>
            <a:off x="4809744" y="1938528"/>
            <a:ext cx="1691640" cy="457200"/>
          </a:xfrm>
          <a:prstGeom prst="rect">
            <a:avLst/>
          </a:prstGeom>
          <a:noFill/>
          <a:ln/>
        </p:spPr>
        <p:txBody>
          <a:bodyPr wrap="square" lIns="0" tIns="0" rIns="0" bIns="0" rtlCol="0" anchor="t"/>
          <a:lstStyle/>
          <a:p>
            <a:pPr indent="0" marL="0">
              <a:buNone/>
            </a:pPr>
            <a:r>
              <a:rPr lang="en-US" sz="1700" b="1" dirty="0">
                <a:solidFill>
                  <a:srgbClr val="333333"/>
                </a:solidFill>
                <a:latin typeface="Pretendard" pitchFamily="34" charset="0"/>
                <a:ea typeface="Pretendard" pitchFamily="34" charset="-122"/>
                <a:cs typeface="Pretendard" pitchFamily="34" charset="-120"/>
              </a:rPr>
              <a:t>과장 표현·후기</a:t>
            </a:r>
            <a:endParaRPr lang="en-US" sz="1700" dirty="0"/>
          </a:p>
        </p:txBody>
      </p:sp>
      <p:sp>
        <p:nvSpPr>
          <p:cNvPr id="15" name="Text 13"/>
          <p:cNvSpPr txBox="1"/>
          <p:nvPr/>
        </p:nvSpPr>
        <p:spPr>
          <a:xfrm>
            <a:off x="4809744" y="2468880"/>
            <a:ext cx="1691640" cy="960120"/>
          </a:xfrm>
          <a:prstGeom prst="rect">
            <a:avLst/>
          </a:prstGeom>
          <a:noFill/>
          <a:ln/>
        </p:spPr>
        <p:txBody>
          <a:bodyPr wrap="square" lIns="0" tIns="0" rIns="0" bIns="0" rtlCol="0" anchor="t"/>
          <a:lstStyle/>
          <a:p>
            <a:pPr indent="0" marL="0">
              <a:buNone/>
            </a:pPr>
            <a:r>
              <a:rPr lang="en-US" sz="1200" dirty="0">
                <a:solidFill>
                  <a:srgbClr val="777777"/>
                </a:solidFill>
                <a:latin typeface="Pretendard" pitchFamily="34" charset="0"/>
                <a:ea typeface="Pretendard" pitchFamily="34" charset="-122"/>
                <a:cs typeface="Pretendard" pitchFamily="34" charset="-120"/>
              </a:rPr>
              <a:t>5유형 · 후기 단서</a:t>
            </a:r>
            <a:endParaRPr lang="en-US" sz="1200" dirty="0"/>
          </a:p>
          <a:p>
            <a:pPr indent="0" marL="0">
              <a:buNone/>
            </a:pPr>
            <a:r>
              <a:rPr lang="en-US" sz="1200" dirty="0">
                <a:solidFill>
                  <a:srgbClr val="777777"/>
                </a:solidFill>
                <a:latin typeface="Pretendard" pitchFamily="34" charset="0"/>
                <a:ea typeface="Pretendard" pitchFamily="34" charset="-122"/>
                <a:cs typeface="Pretendard" pitchFamily="34" charset="-120"/>
              </a:rPr>
              <a:t>4가지</a:t>
            </a:r>
            <a:endParaRPr lang="en-US" sz="1200" dirty="0"/>
          </a:p>
        </p:txBody>
      </p:sp>
      <p:sp>
        <p:nvSpPr>
          <p:cNvPr id="16" name="도구 카드 4"/>
          <p:cNvSpPr/>
          <p:nvPr/>
        </p:nvSpPr>
        <p:spPr>
          <a:xfrm>
            <a:off x="6702552" y="1234440"/>
            <a:ext cx="1965960" cy="2286000"/>
          </a:xfrm>
          <a:prstGeom prst="roundRect">
            <a:avLst>
              <a:gd name="adj" fmla="val 5581"/>
            </a:avLst>
          </a:prstGeom>
          <a:solidFill>
            <a:srgbClr val="FFFFFF"/>
          </a:solidFill>
          <a:ln w="15875">
            <a:solidFill>
              <a:srgbClr val="C9C9C9"/>
            </a:solidFill>
            <a:prstDash val="solid"/>
          </a:ln>
        </p:spPr>
      </p:sp>
      <p:sp>
        <p:nvSpPr>
          <p:cNvPr id="17" name="Text 15"/>
          <p:cNvSpPr txBox="1"/>
          <p:nvPr/>
        </p:nvSpPr>
        <p:spPr>
          <a:xfrm>
            <a:off x="6885432" y="1371600"/>
            <a:ext cx="1691640" cy="502920"/>
          </a:xfrm>
          <a:prstGeom prst="rect">
            <a:avLst/>
          </a:prstGeom>
          <a:noFill/>
          <a:ln/>
        </p:spPr>
        <p:txBody>
          <a:bodyPr wrap="square" lIns="0" tIns="0" rIns="0" bIns="0" rtlCol="0" anchor="ctr"/>
          <a:lstStyle/>
          <a:p>
            <a:pPr indent="0" marL="0">
              <a:buNone/>
            </a:pPr>
            <a:r>
              <a:rPr lang="en-US" sz="2600" b="1" dirty="0">
                <a:solidFill>
                  <a:srgbClr val="FF6B35"/>
                </a:solidFill>
                <a:latin typeface="Pretendard" pitchFamily="34" charset="0"/>
                <a:ea typeface="Pretendard" pitchFamily="34" charset="-122"/>
                <a:cs typeface="Pretendard" pitchFamily="34" charset="-120"/>
              </a:rPr>
              <a:t>04</a:t>
            </a:r>
            <a:endParaRPr lang="en-US" sz="2600" dirty="0"/>
          </a:p>
        </p:txBody>
      </p:sp>
      <p:sp>
        <p:nvSpPr>
          <p:cNvPr id="18" name="Text 16"/>
          <p:cNvSpPr txBox="1"/>
          <p:nvPr/>
        </p:nvSpPr>
        <p:spPr>
          <a:xfrm>
            <a:off x="6885432" y="1938528"/>
            <a:ext cx="1691640" cy="457200"/>
          </a:xfrm>
          <a:prstGeom prst="rect">
            <a:avLst/>
          </a:prstGeom>
          <a:noFill/>
          <a:ln/>
        </p:spPr>
        <p:txBody>
          <a:bodyPr wrap="square" lIns="0" tIns="0" rIns="0" bIns="0" rtlCol="0" anchor="t"/>
          <a:lstStyle/>
          <a:p>
            <a:pPr indent="0" marL="0">
              <a:buNone/>
            </a:pPr>
            <a:r>
              <a:rPr lang="en-US" sz="1700" b="1" dirty="0">
                <a:solidFill>
                  <a:srgbClr val="333333"/>
                </a:solidFill>
                <a:latin typeface="Pretendard" pitchFamily="34" charset="0"/>
                <a:ea typeface="Pretendard" pitchFamily="34" charset="-122"/>
                <a:cs typeface="Pretendard" pitchFamily="34" charset="-120"/>
              </a:rPr>
              <a:t>대응 4단계</a:t>
            </a:r>
            <a:endParaRPr lang="en-US" sz="1700" dirty="0"/>
          </a:p>
        </p:txBody>
      </p:sp>
      <p:sp>
        <p:nvSpPr>
          <p:cNvPr id="19" name="Text 17"/>
          <p:cNvSpPr txBox="1"/>
          <p:nvPr/>
        </p:nvSpPr>
        <p:spPr>
          <a:xfrm>
            <a:off x="6885432" y="2468880"/>
            <a:ext cx="1691640" cy="960120"/>
          </a:xfrm>
          <a:prstGeom prst="rect">
            <a:avLst/>
          </a:prstGeom>
          <a:noFill/>
          <a:ln/>
        </p:spPr>
        <p:txBody>
          <a:bodyPr wrap="square" lIns="0" tIns="0" rIns="0" bIns="0" rtlCol="0" anchor="t"/>
          <a:lstStyle/>
          <a:p>
            <a:pPr indent="0" marL="0">
              <a:buNone/>
            </a:pPr>
            <a:r>
              <a:rPr lang="en-US" sz="1200" dirty="0">
                <a:solidFill>
                  <a:srgbClr val="777777"/>
                </a:solidFill>
                <a:latin typeface="Pretendard" pitchFamily="34" charset="0"/>
                <a:ea typeface="Pretendard" pitchFamily="34" charset="-122"/>
                <a:cs typeface="Pretendard" pitchFamily="34" charset="-120"/>
              </a:rPr>
              <a:t>멈추기 · 남기기 ·</a:t>
            </a:r>
            <a:endParaRPr lang="en-US" sz="1200" dirty="0"/>
          </a:p>
          <a:p>
            <a:pPr indent="0" marL="0">
              <a:buNone/>
            </a:pPr>
            <a:r>
              <a:rPr lang="en-US" sz="1200" dirty="0">
                <a:solidFill>
                  <a:srgbClr val="777777"/>
                </a:solidFill>
                <a:latin typeface="Pretendard" pitchFamily="34" charset="0"/>
                <a:ea typeface="Pretendard" pitchFamily="34" charset="-122"/>
                <a:cs typeface="Pretendard" pitchFamily="34" charset="-120"/>
              </a:rPr>
              <a:t>알리기 · 도움받기</a:t>
            </a:r>
            <a:endParaRPr lang="en-US" sz="1200" dirty="0"/>
          </a:p>
        </p:txBody>
      </p:sp>
      <p:sp>
        <p:nvSpPr>
          <p:cNvPr id="20" name="결론 배너"/>
          <p:cNvSpPr/>
          <p:nvPr/>
        </p:nvSpPr>
        <p:spPr>
          <a:xfrm>
            <a:off x="475488" y="3749040"/>
            <a:ext cx="8193024" cy="685800"/>
          </a:xfrm>
          <a:prstGeom prst="roundRect">
            <a:avLst>
              <a:gd name="adj" fmla="val 13333"/>
            </a:avLst>
          </a:prstGeom>
          <a:solidFill>
            <a:srgbClr val="333333"/>
          </a:solidFill>
          <a:ln w="12700">
            <a:solidFill>
              <a:srgbClr val="333333"/>
            </a:solidFill>
            <a:prstDash val="solid"/>
          </a:ln>
        </p:spPr>
      </p:sp>
      <p:sp>
        <p:nvSpPr>
          <p:cNvPr id="21" name="Text 19"/>
          <p:cNvSpPr txBox="1"/>
          <p:nvPr/>
        </p:nvSpPr>
        <p:spPr>
          <a:xfrm>
            <a:off x="475488" y="3749040"/>
            <a:ext cx="8193024" cy="685800"/>
          </a:xfrm>
          <a:prstGeom prst="rect">
            <a:avLst/>
          </a:prstGeom>
          <a:noFill/>
          <a:ln/>
        </p:spPr>
        <p:txBody>
          <a:bodyPr wrap="square" lIns="0" tIns="0" rIns="0" bIns="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이 도구를 아직 모르는 후배가 가상 유해정보를 만난다면, 무엇이 가장 필요할까?</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1828800" y="365760"/>
            <a:ext cx="5486400" cy="274320"/>
          </a:xfrm>
          <a:prstGeom prst="rect">
            <a:avLst/>
          </a:prstGeom>
          <a:noFill/>
          <a:ln/>
        </p:spPr>
        <p:txBody>
          <a:bodyPr wrap="square" lIns="0" tIns="0" rIns="0" bIns="0" rtlCol="0" anchor="ctr"/>
          <a:lstStyle/>
          <a:p>
            <a:pPr algn="ctr" indent="0" marL="0">
              <a:buNone/>
            </a:pPr>
            <a:r>
              <a:rPr lang="en-US" sz="1400" dirty="0">
                <a:solidFill>
                  <a:srgbClr val="A8A8A8"/>
                </a:solidFill>
                <a:latin typeface="Pretendard" pitchFamily="34" charset="0"/>
                <a:ea typeface="Pretendard" pitchFamily="34" charset="-122"/>
                <a:cs typeface="Pretendard" pitchFamily="34" charset="-120"/>
              </a:rPr>
              <a:t>Learning Question</a:t>
            </a:r>
            <a:endParaRPr lang="en-US" sz="1400" dirty="0"/>
          </a:p>
        </p:txBody>
      </p:sp>
      <p:sp>
        <p:nvSpPr>
          <p:cNvPr id="3" name="Text 1"/>
          <p:cNvSpPr txBox="1"/>
          <p:nvPr/>
        </p:nvSpPr>
        <p:spPr>
          <a:xfrm>
            <a:off x="640080" y="685800"/>
            <a:ext cx="7863840" cy="1143000"/>
          </a:xfrm>
          <a:prstGeom prst="rect">
            <a:avLst/>
          </a:prstGeom>
          <a:noFill/>
          <a:ln/>
        </p:spPr>
        <p:txBody>
          <a:bodyPr wrap="square" lIns="0" tIns="0" rIns="0" bIns="0" rtlCol="0" anchor="ctr"/>
          <a:lstStyle/>
          <a:p>
            <a:pPr algn="ctr" indent="0" marL="0">
              <a:spcAft>
                <a:spcPts val="200"/>
              </a:spcAft>
              <a:buNone/>
            </a:pPr>
            <a:r>
              <a:rPr lang="en-US" sz="2800" b="1" dirty="0">
                <a:solidFill>
                  <a:srgbClr val="FFFFFF"/>
                </a:solidFill>
                <a:latin typeface="Pretendard" pitchFamily="34" charset="0"/>
                <a:ea typeface="Pretendard" pitchFamily="34" charset="-122"/>
                <a:cs typeface="Pretendard" pitchFamily="34" charset="-120"/>
              </a:rPr>
              <a:t>우리가 배운 것을 누구에게,</a:t>
            </a:r>
            <a:endParaRPr lang="en-US" sz="2800" dirty="0"/>
          </a:p>
          <a:p>
            <a:pPr algn="ctr" indent="0" marL="0">
              <a:spcAft>
                <a:spcPts val="200"/>
              </a:spcAft>
              <a:buNone/>
            </a:pPr>
            <a:r>
              <a:rPr lang="en-US" sz="2800" b="1" dirty="0">
                <a:solidFill>
                  <a:srgbClr val="FFFFFF"/>
                </a:solidFill>
                <a:latin typeface="Pretendard" pitchFamily="34" charset="0"/>
                <a:ea typeface="Pretendard" pitchFamily="34" charset="-122"/>
                <a:cs typeface="Pretendard" pitchFamily="34" charset="-120"/>
              </a:rPr>
              <a:t>어떤 메시지로 전할까?</a:t>
            </a:r>
            <a:endParaRPr lang="en-US" sz="2800" dirty="0"/>
          </a:p>
        </p:txBody>
      </p:sp>
      <p:sp>
        <p:nvSpPr>
          <p:cNvPr id="4" name="목표 카드 1"/>
          <p:cNvSpPr/>
          <p:nvPr/>
        </p:nvSpPr>
        <p:spPr>
          <a:xfrm>
            <a:off x="237744" y="2103120"/>
            <a:ext cx="2830068" cy="2560320"/>
          </a:xfrm>
          <a:prstGeom prst="roundRect">
            <a:avLst>
              <a:gd name="adj" fmla="val 4286"/>
            </a:avLst>
          </a:prstGeom>
          <a:solidFill>
            <a:srgbClr val="FFFFFF"/>
          </a:solidFill>
          <a:ln w="12700">
            <a:solidFill>
              <a:srgbClr val="FFFFFF"/>
            </a:solidFill>
            <a:prstDash val="solid"/>
          </a:ln>
        </p:spPr>
      </p:sp>
      <p:sp>
        <p:nvSpPr>
          <p:cNvPr id="5" name="Text 3"/>
          <p:cNvSpPr txBox="1"/>
          <p:nvPr/>
        </p:nvSpPr>
        <p:spPr>
          <a:xfrm>
            <a:off x="237744" y="2240280"/>
            <a:ext cx="2830068" cy="457200"/>
          </a:xfrm>
          <a:prstGeom prst="rect">
            <a:avLst/>
          </a:prstGeom>
          <a:noFill/>
          <a:ln/>
        </p:spPr>
        <p:txBody>
          <a:bodyPr wrap="square" lIns="0" tIns="0" rIns="0" bIns="0" rtlCol="0" anchor="ctr"/>
          <a:lstStyle/>
          <a:p>
            <a:pPr algn="ctr" indent="0" marL="0">
              <a:buNone/>
            </a:pPr>
            <a:r>
              <a:rPr lang="en-US" sz="2200" b="1" dirty="0">
                <a:solidFill>
                  <a:srgbClr val="FF6B35"/>
                </a:solidFill>
                <a:latin typeface="Pretendard" pitchFamily="34" charset="0"/>
                <a:ea typeface="Pretendard" pitchFamily="34" charset="-122"/>
                <a:cs typeface="Pretendard" pitchFamily="34" charset="-120"/>
              </a:rPr>
              <a:t>정하기</a:t>
            </a:r>
            <a:endParaRPr lang="en-US" sz="2200" dirty="0"/>
          </a:p>
        </p:txBody>
      </p:sp>
      <p:sp>
        <p:nvSpPr>
          <p:cNvPr id="6" name="카드 구분선 1"/>
          <p:cNvSpPr/>
          <p:nvPr/>
        </p:nvSpPr>
        <p:spPr>
          <a:xfrm>
            <a:off x="512064" y="2834640"/>
            <a:ext cx="2281428" cy="0"/>
          </a:xfrm>
          <a:prstGeom prst="line">
            <a:avLst/>
          </a:prstGeom>
          <a:noFill/>
          <a:ln w="12700">
            <a:solidFill>
              <a:srgbClr val="333333"/>
            </a:solidFill>
            <a:prstDash val="solid"/>
          </a:ln>
        </p:spPr>
      </p:sp>
      <p:sp>
        <p:nvSpPr>
          <p:cNvPr id="7" name="체크 1"/>
          <p:cNvSpPr/>
          <p:nvPr/>
        </p:nvSpPr>
        <p:spPr>
          <a:xfrm>
            <a:off x="512064" y="3108960"/>
            <a:ext cx="329184" cy="329184"/>
          </a:xfrm>
          <a:prstGeom prst="ellipse">
            <a:avLst/>
          </a:prstGeom>
          <a:solidFill>
            <a:srgbClr val="FFFFFF"/>
          </a:solidFill>
          <a:ln w="19050">
            <a:solidFill>
              <a:srgbClr val="FF6B35"/>
            </a:solidFill>
            <a:prstDash val="solid"/>
          </a:ln>
        </p:spPr>
      </p:sp>
      <p:sp>
        <p:nvSpPr>
          <p:cNvPr id="8" name="체크 1 획1"/>
          <p:cNvSpPr/>
          <p:nvPr/>
        </p:nvSpPr>
        <p:spPr>
          <a:xfrm>
            <a:off x="600944" y="3273552"/>
            <a:ext cx="59253" cy="65837"/>
          </a:xfrm>
          <a:prstGeom prst="line">
            <a:avLst/>
          </a:prstGeom>
          <a:noFill/>
          <a:ln w="25400">
            <a:solidFill>
              <a:srgbClr val="FF6B35"/>
            </a:solidFill>
            <a:prstDash val="solid"/>
          </a:ln>
        </p:spPr>
      </p:sp>
      <p:sp>
        <p:nvSpPr>
          <p:cNvPr id="9" name="체크 1 획2"/>
          <p:cNvSpPr/>
          <p:nvPr/>
        </p:nvSpPr>
        <p:spPr>
          <a:xfrm flipV="1">
            <a:off x="660197" y="3207715"/>
            <a:ext cx="92172" cy="131674"/>
          </a:xfrm>
          <a:prstGeom prst="line">
            <a:avLst/>
          </a:prstGeom>
          <a:noFill/>
          <a:ln w="25400">
            <a:solidFill>
              <a:srgbClr val="FF6B35"/>
            </a:solidFill>
            <a:prstDash val="solid"/>
          </a:ln>
        </p:spPr>
      </p:sp>
      <p:sp>
        <p:nvSpPr>
          <p:cNvPr id="10" name="Text 8"/>
          <p:cNvSpPr txBox="1"/>
          <p:nvPr/>
        </p:nvSpPr>
        <p:spPr>
          <a:xfrm>
            <a:off x="969264" y="3017520"/>
            <a:ext cx="1828800" cy="914400"/>
          </a:xfrm>
          <a:prstGeom prst="rect">
            <a:avLst/>
          </a:prstGeom>
          <a:noFill/>
          <a:ln/>
        </p:spPr>
        <p:txBody>
          <a:bodyPr wrap="square" lIns="0" tIns="0" rIns="0" bIns="0" rtlCol="0" anchor="t"/>
          <a:lstStyle/>
          <a:p>
            <a:pPr indent="0" marL="0">
              <a:buNone/>
            </a:pPr>
            <a:r>
              <a:rPr lang="en-US" sz="1400" b="1" dirty="0">
                <a:solidFill>
                  <a:srgbClr val="333333"/>
                </a:solidFill>
                <a:latin typeface="Pretendard" pitchFamily="34" charset="0"/>
                <a:ea typeface="Pretendard" pitchFamily="34" charset="-122"/>
                <a:cs typeface="Pretendard" pitchFamily="34" charset="-120"/>
              </a:rPr>
              <a:t>대상·핵심 메시지·매체를 정해요.</a:t>
            </a:r>
            <a:endParaRPr lang="en-US" sz="1400" dirty="0"/>
          </a:p>
        </p:txBody>
      </p:sp>
      <p:sp>
        <p:nvSpPr>
          <p:cNvPr id="11" name="목표 번호 1"/>
          <p:cNvSpPr/>
          <p:nvPr/>
        </p:nvSpPr>
        <p:spPr>
          <a:xfrm>
            <a:off x="512064" y="4114800"/>
            <a:ext cx="1371600" cy="329184"/>
          </a:xfrm>
          <a:prstGeom prst="roundRect">
            <a:avLst>
              <a:gd name="adj" fmla="val 22222"/>
            </a:avLst>
          </a:prstGeom>
          <a:solidFill>
            <a:srgbClr val="FDEBE1"/>
          </a:solidFill>
          <a:ln w="12700">
            <a:solidFill>
              <a:srgbClr val="FDEBE1"/>
            </a:solidFill>
            <a:prstDash val="solid"/>
          </a:ln>
        </p:spPr>
      </p:sp>
      <p:sp>
        <p:nvSpPr>
          <p:cNvPr id="12" name="Text 10"/>
          <p:cNvSpPr txBox="1"/>
          <p:nvPr/>
        </p:nvSpPr>
        <p:spPr>
          <a:xfrm>
            <a:off x="512064" y="4114800"/>
            <a:ext cx="1371600" cy="329184"/>
          </a:xfrm>
          <a:prstGeom prst="rect">
            <a:avLst/>
          </a:prstGeom>
          <a:noFill/>
          <a:ln/>
        </p:spPr>
        <p:txBody>
          <a:bodyPr wrap="square" lIns="0" tIns="0" rIns="0" bIns="0" rtlCol="0" anchor="ctr"/>
          <a:lstStyle/>
          <a:p>
            <a:pPr algn="ctr" indent="0" marL="0">
              <a:buNone/>
            </a:pPr>
            <a:r>
              <a:rPr lang="en-US" sz="1200" b="1" dirty="0">
                <a:solidFill>
                  <a:srgbClr val="FF6B35"/>
                </a:solidFill>
                <a:latin typeface="Pretendard" pitchFamily="34" charset="0"/>
                <a:ea typeface="Pretendard" pitchFamily="34" charset="-122"/>
                <a:cs typeface="Pretendard" pitchFamily="34" charset="-120"/>
              </a:rPr>
              <a:t>OBJECTIVE 01</a:t>
            </a:r>
            <a:endParaRPr lang="en-US" sz="1200" dirty="0"/>
          </a:p>
        </p:txBody>
      </p:sp>
      <p:sp>
        <p:nvSpPr>
          <p:cNvPr id="13" name="목표 카드 2"/>
          <p:cNvSpPr/>
          <p:nvPr/>
        </p:nvSpPr>
        <p:spPr>
          <a:xfrm>
            <a:off x="3154680" y="2103120"/>
            <a:ext cx="2830068" cy="2560320"/>
          </a:xfrm>
          <a:prstGeom prst="roundRect">
            <a:avLst>
              <a:gd name="adj" fmla="val 4286"/>
            </a:avLst>
          </a:prstGeom>
          <a:solidFill>
            <a:srgbClr val="FFFFFF"/>
          </a:solidFill>
          <a:ln w="12700">
            <a:solidFill>
              <a:srgbClr val="FFFFFF"/>
            </a:solidFill>
            <a:prstDash val="solid"/>
          </a:ln>
        </p:spPr>
      </p:sp>
      <p:sp>
        <p:nvSpPr>
          <p:cNvPr id="14" name="Text 12"/>
          <p:cNvSpPr txBox="1"/>
          <p:nvPr/>
        </p:nvSpPr>
        <p:spPr>
          <a:xfrm>
            <a:off x="3154680" y="2240280"/>
            <a:ext cx="2830068" cy="457200"/>
          </a:xfrm>
          <a:prstGeom prst="rect">
            <a:avLst/>
          </a:prstGeom>
          <a:noFill/>
          <a:ln/>
        </p:spPr>
        <p:txBody>
          <a:bodyPr wrap="square" lIns="0" tIns="0" rIns="0" bIns="0" rtlCol="0" anchor="ctr"/>
          <a:lstStyle/>
          <a:p>
            <a:pPr algn="ctr" indent="0" marL="0">
              <a:buNone/>
            </a:pPr>
            <a:r>
              <a:rPr lang="en-US" sz="2200" b="1" dirty="0">
                <a:solidFill>
                  <a:srgbClr val="FF6B35"/>
                </a:solidFill>
                <a:latin typeface="Pretendard" pitchFamily="34" charset="0"/>
                <a:ea typeface="Pretendard" pitchFamily="34" charset="-122"/>
                <a:cs typeface="Pretendard" pitchFamily="34" charset="-120"/>
              </a:rPr>
              <a:t>점검하기</a:t>
            </a:r>
            <a:endParaRPr lang="en-US" sz="2200" dirty="0"/>
          </a:p>
        </p:txBody>
      </p:sp>
      <p:sp>
        <p:nvSpPr>
          <p:cNvPr id="15" name="카드 구분선 2"/>
          <p:cNvSpPr/>
          <p:nvPr/>
        </p:nvSpPr>
        <p:spPr>
          <a:xfrm>
            <a:off x="3429000" y="2834640"/>
            <a:ext cx="2281428" cy="0"/>
          </a:xfrm>
          <a:prstGeom prst="line">
            <a:avLst/>
          </a:prstGeom>
          <a:noFill/>
          <a:ln w="12700">
            <a:solidFill>
              <a:srgbClr val="333333"/>
            </a:solidFill>
            <a:prstDash val="solid"/>
          </a:ln>
        </p:spPr>
      </p:sp>
      <p:sp>
        <p:nvSpPr>
          <p:cNvPr id="16" name="체크 2"/>
          <p:cNvSpPr/>
          <p:nvPr/>
        </p:nvSpPr>
        <p:spPr>
          <a:xfrm>
            <a:off x="3429000" y="3108960"/>
            <a:ext cx="329184" cy="329184"/>
          </a:xfrm>
          <a:prstGeom prst="ellipse">
            <a:avLst/>
          </a:prstGeom>
          <a:solidFill>
            <a:srgbClr val="FFFFFF"/>
          </a:solidFill>
          <a:ln w="19050">
            <a:solidFill>
              <a:srgbClr val="FF6B35"/>
            </a:solidFill>
            <a:prstDash val="solid"/>
          </a:ln>
        </p:spPr>
      </p:sp>
      <p:sp>
        <p:nvSpPr>
          <p:cNvPr id="17" name="체크 2 획1"/>
          <p:cNvSpPr/>
          <p:nvPr/>
        </p:nvSpPr>
        <p:spPr>
          <a:xfrm>
            <a:off x="3517880" y="3273552"/>
            <a:ext cx="59253" cy="65837"/>
          </a:xfrm>
          <a:prstGeom prst="line">
            <a:avLst/>
          </a:prstGeom>
          <a:noFill/>
          <a:ln w="25400">
            <a:solidFill>
              <a:srgbClr val="FF6B35"/>
            </a:solidFill>
            <a:prstDash val="solid"/>
          </a:ln>
        </p:spPr>
      </p:sp>
      <p:sp>
        <p:nvSpPr>
          <p:cNvPr id="18" name="체크 2 획2"/>
          <p:cNvSpPr/>
          <p:nvPr/>
        </p:nvSpPr>
        <p:spPr>
          <a:xfrm flipV="1">
            <a:off x="3577133" y="3207715"/>
            <a:ext cx="92172" cy="131674"/>
          </a:xfrm>
          <a:prstGeom prst="line">
            <a:avLst/>
          </a:prstGeom>
          <a:noFill/>
          <a:ln w="25400">
            <a:solidFill>
              <a:srgbClr val="FF6B35"/>
            </a:solidFill>
            <a:prstDash val="solid"/>
          </a:ln>
        </p:spPr>
      </p:sp>
      <p:sp>
        <p:nvSpPr>
          <p:cNvPr id="19" name="Text 17"/>
          <p:cNvSpPr txBox="1"/>
          <p:nvPr/>
        </p:nvSpPr>
        <p:spPr>
          <a:xfrm>
            <a:off x="3886200" y="3017520"/>
            <a:ext cx="1828800" cy="914400"/>
          </a:xfrm>
          <a:prstGeom prst="rect">
            <a:avLst/>
          </a:prstGeom>
          <a:noFill/>
          <a:ln/>
        </p:spPr>
        <p:txBody>
          <a:bodyPr wrap="square" lIns="0" tIns="0" rIns="0" bIns="0" rtlCol="0" anchor="t"/>
          <a:lstStyle/>
          <a:p>
            <a:pPr indent="0" marL="0">
              <a:buNone/>
            </a:pPr>
            <a:r>
              <a:rPr lang="en-US" sz="1400" b="1" dirty="0">
                <a:solidFill>
                  <a:srgbClr val="333333"/>
                </a:solidFill>
                <a:latin typeface="Pretendard" pitchFamily="34" charset="0"/>
                <a:ea typeface="Pretendard" pitchFamily="34" charset="-122"/>
                <a:cs typeface="Pretendard" pitchFamily="34" charset="-120"/>
              </a:rPr>
              <a:t>정확·존중·출처를 기준으로 서로 점검해요.</a:t>
            </a:r>
            <a:endParaRPr lang="en-US" sz="1400" dirty="0"/>
          </a:p>
        </p:txBody>
      </p:sp>
      <p:sp>
        <p:nvSpPr>
          <p:cNvPr id="20" name="목표 번호 2"/>
          <p:cNvSpPr/>
          <p:nvPr/>
        </p:nvSpPr>
        <p:spPr>
          <a:xfrm>
            <a:off x="3429000" y="4114800"/>
            <a:ext cx="1371600" cy="329184"/>
          </a:xfrm>
          <a:prstGeom prst="roundRect">
            <a:avLst>
              <a:gd name="adj" fmla="val 22222"/>
            </a:avLst>
          </a:prstGeom>
          <a:solidFill>
            <a:srgbClr val="FDEBE1"/>
          </a:solidFill>
          <a:ln w="12700">
            <a:solidFill>
              <a:srgbClr val="FDEBE1"/>
            </a:solidFill>
            <a:prstDash val="solid"/>
          </a:ln>
        </p:spPr>
      </p:sp>
      <p:sp>
        <p:nvSpPr>
          <p:cNvPr id="21" name="Text 19"/>
          <p:cNvSpPr txBox="1"/>
          <p:nvPr/>
        </p:nvSpPr>
        <p:spPr>
          <a:xfrm>
            <a:off x="3429000" y="4114800"/>
            <a:ext cx="1371600" cy="329184"/>
          </a:xfrm>
          <a:prstGeom prst="rect">
            <a:avLst/>
          </a:prstGeom>
          <a:noFill/>
          <a:ln/>
        </p:spPr>
        <p:txBody>
          <a:bodyPr wrap="square" lIns="0" tIns="0" rIns="0" bIns="0" rtlCol="0" anchor="ctr"/>
          <a:lstStyle/>
          <a:p>
            <a:pPr algn="ctr" indent="0" marL="0">
              <a:buNone/>
            </a:pPr>
            <a:r>
              <a:rPr lang="en-US" sz="1200" b="1" dirty="0">
                <a:solidFill>
                  <a:srgbClr val="FF6B35"/>
                </a:solidFill>
                <a:latin typeface="Pretendard" pitchFamily="34" charset="0"/>
                <a:ea typeface="Pretendard" pitchFamily="34" charset="-122"/>
                <a:cs typeface="Pretendard" pitchFamily="34" charset="-120"/>
              </a:rPr>
              <a:t>OBJECTIVE 02</a:t>
            </a:r>
            <a:endParaRPr lang="en-US" sz="1200" dirty="0"/>
          </a:p>
        </p:txBody>
      </p:sp>
      <p:sp>
        <p:nvSpPr>
          <p:cNvPr id="22" name="목표 카드 3"/>
          <p:cNvSpPr/>
          <p:nvPr/>
        </p:nvSpPr>
        <p:spPr>
          <a:xfrm>
            <a:off x="6071616" y="2103120"/>
            <a:ext cx="2830068" cy="2560320"/>
          </a:xfrm>
          <a:prstGeom prst="roundRect">
            <a:avLst>
              <a:gd name="adj" fmla="val 4286"/>
            </a:avLst>
          </a:prstGeom>
          <a:solidFill>
            <a:srgbClr val="FFFFFF"/>
          </a:solidFill>
          <a:ln w="12700">
            <a:solidFill>
              <a:srgbClr val="FFFFFF"/>
            </a:solidFill>
            <a:prstDash val="solid"/>
          </a:ln>
        </p:spPr>
      </p:sp>
      <p:sp>
        <p:nvSpPr>
          <p:cNvPr id="23" name="Text 21"/>
          <p:cNvSpPr txBox="1"/>
          <p:nvPr/>
        </p:nvSpPr>
        <p:spPr>
          <a:xfrm>
            <a:off x="6071616" y="2240280"/>
            <a:ext cx="2830068" cy="457200"/>
          </a:xfrm>
          <a:prstGeom prst="rect">
            <a:avLst/>
          </a:prstGeom>
          <a:noFill/>
          <a:ln/>
        </p:spPr>
        <p:txBody>
          <a:bodyPr wrap="square" lIns="0" tIns="0" rIns="0" bIns="0" rtlCol="0" anchor="ctr"/>
          <a:lstStyle/>
          <a:p>
            <a:pPr algn="ctr" indent="0" marL="0">
              <a:buNone/>
            </a:pPr>
            <a:r>
              <a:rPr lang="en-US" sz="2200" b="1" dirty="0">
                <a:solidFill>
                  <a:srgbClr val="FF6B35"/>
                </a:solidFill>
                <a:latin typeface="Pretendard" pitchFamily="34" charset="0"/>
                <a:ea typeface="Pretendard" pitchFamily="34" charset="-122"/>
                <a:cs typeface="Pretendard" pitchFamily="34" charset="-120"/>
              </a:rPr>
              <a:t>계획하기</a:t>
            </a:r>
            <a:endParaRPr lang="en-US" sz="2200" dirty="0"/>
          </a:p>
        </p:txBody>
      </p:sp>
      <p:sp>
        <p:nvSpPr>
          <p:cNvPr id="24" name="카드 구분선 3"/>
          <p:cNvSpPr/>
          <p:nvPr/>
        </p:nvSpPr>
        <p:spPr>
          <a:xfrm>
            <a:off x="6345936" y="2834640"/>
            <a:ext cx="2281428" cy="0"/>
          </a:xfrm>
          <a:prstGeom prst="line">
            <a:avLst/>
          </a:prstGeom>
          <a:noFill/>
          <a:ln w="12700">
            <a:solidFill>
              <a:srgbClr val="333333"/>
            </a:solidFill>
            <a:prstDash val="solid"/>
          </a:ln>
        </p:spPr>
      </p:sp>
      <p:sp>
        <p:nvSpPr>
          <p:cNvPr id="25" name="체크 3"/>
          <p:cNvSpPr/>
          <p:nvPr/>
        </p:nvSpPr>
        <p:spPr>
          <a:xfrm>
            <a:off x="6345936" y="3108960"/>
            <a:ext cx="329184" cy="329184"/>
          </a:xfrm>
          <a:prstGeom prst="ellipse">
            <a:avLst/>
          </a:prstGeom>
          <a:solidFill>
            <a:srgbClr val="FFFFFF"/>
          </a:solidFill>
          <a:ln w="19050">
            <a:solidFill>
              <a:srgbClr val="FF6B35"/>
            </a:solidFill>
            <a:prstDash val="solid"/>
          </a:ln>
        </p:spPr>
      </p:sp>
      <p:sp>
        <p:nvSpPr>
          <p:cNvPr id="26" name="체크 3 획1"/>
          <p:cNvSpPr/>
          <p:nvPr/>
        </p:nvSpPr>
        <p:spPr>
          <a:xfrm>
            <a:off x="6434816" y="3273552"/>
            <a:ext cx="59253" cy="65837"/>
          </a:xfrm>
          <a:prstGeom prst="line">
            <a:avLst/>
          </a:prstGeom>
          <a:noFill/>
          <a:ln w="25400">
            <a:solidFill>
              <a:srgbClr val="FF6B35"/>
            </a:solidFill>
            <a:prstDash val="solid"/>
          </a:ln>
        </p:spPr>
      </p:sp>
      <p:sp>
        <p:nvSpPr>
          <p:cNvPr id="27" name="체크 3 획2"/>
          <p:cNvSpPr/>
          <p:nvPr/>
        </p:nvSpPr>
        <p:spPr>
          <a:xfrm flipV="1">
            <a:off x="6494069" y="3207715"/>
            <a:ext cx="92172" cy="131674"/>
          </a:xfrm>
          <a:prstGeom prst="line">
            <a:avLst/>
          </a:prstGeom>
          <a:noFill/>
          <a:ln w="25400">
            <a:solidFill>
              <a:srgbClr val="FF6B35"/>
            </a:solidFill>
            <a:prstDash val="solid"/>
          </a:ln>
        </p:spPr>
      </p:sp>
      <p:sp>
        <p:nvSpPr>
          <p:cNvPr id="28" name="Text 26"/>
          <p:cNvSpPr txBox="1"/>
          <p:nvPr/>
        </p:nvSpPr>
        <p:spPr>
          <a:xfrm>
            <a:off x="6803136" y="3017520"/>
            <a:ext cx="1828800" cy="914400"/>
          </a:xfrm>
          <a:prstGeom prst="rect">
            <a:avLst/>
          </a:prstGeom>
          <a:noFill/>
          <a:ln/>
        </p:spPr>
        <p:txBody>
          <a:bodyPr wrap="square" lIns="0" tIns="0" rIns="0" bIns="0" rtlCol="0" anchor="t"/>
          <a:lstStyle/>
          <a:p>
            <a:pPr indent="0" marL="0">
              <a:buNone/>
            </a:pPr>
            <a:r>
              <a:rPr lang="en-US" sz="1400" b="1" dirty="0">
                <a:solidFill>
                  <a:srgbClr val="333333"/>
                </a:solidFill>
                <a:latin typeface="Pretendard" pitchFamily="34" charset="0"/>
                <a:ea typeface="Pretendard" pitchFamily="34" charset="-122"/>
                <a:cs typeface="Pretendard" pitchFamily="34" charset="-120"/>
              </a:rPr>
              <a:t>시안을 그리고 10차시 계획을 세워요.</a:t>
            </a:r>
            <a:endParaRPr lang="en-US" sz="1400" dirty="0"/>
          </a:p>
        </p:txBody>
      </p:sp>
      <p:sp>
        <p:nvSpPr>
          <p:cNvPr id="29" name="목표 번호 3"/>
          <p:cNvSpPr/>
          <p:nvPr/>
        </p:nvSpPr>
        <p:spPr>
          <a:xfrm>
            <a:off x="6345936" y="4114800"/>
            <a:ext cx="1371600" cy="329184"/>
          </a:xfrm>
          <a:prstGeom prst="roundRect">
            <a:avLst>
              <a:gd name="adj" fmla="val 22222"/>
            </a:avLst>
          </a:prstGeom>
          <a:solidFill>
            <a:srgbClr val="FDEBE1"/>
          </a:solidFill>
          <a:ln w="12700">
            <a:solidFill>
              <a:srgbClr val="FDEBE1"/>
            </a:solidFill>
            <a:prstDash val="solid"/>
          </a:ln>
        </p:spPr>
      </p:sp>
      <p:sp>
        <p:nvSpPr>
          <p:cNvPr id="30" name="Text 28"/>
          <p:cNvSpPr txBox="1"/>
          <p:nvPr/>
        </p:nvSpPr>
        <p:spPr>
          <a:xfrm>
            <a:off x="6345936" y="4114800"/>
            <a:ext cx="1371600" cy="329184"/>
          </a:xfrm>
          <a:prstGeom prst="rect">
            <a:avLst/>
          </a:prstGeom>
          <a:noFill/>
          <a:ln/>
        </p:spPr>
        <p:txBody>
          <a:bodyPr wrap="square" lIns="0" tIns="0" rIns="0" bIns="0" rtlCol="0" anchor="ctr"/>
          <a:lstStyle/>
          <a:p>
            <a:pPr algn="ctr" indent="0" marL="0">
              <a:buNone/>
            </a:pPr>
            <a:r>
              <a:rPr lang="en-US" sz="1200" b="1" dirty="0">
                <a:solidFill>
                  <a:srgbClr val="FF6B35"/>
                </a:solidFill>
                <a:latin typeface="Pretendard" pitchFamily="34" charset="0"/>
                <a:ea typeface="Pretendard" pitchFamily="34" charset="-122"/>
                <a:cs typeface="Pretendard" pitchFamily="34" charset="-120"/>
              </a:rPr>
              <a:t>OBJECTIVE 03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제목 표식"/>
          <p:cNvSpPr/>
          <p:nvPr/>
        </p:nvSpPr>
        <p:spPr>
          <a:xfrm>
            <a:off x="480060" y="708660"/>
            <a:ext cx="36576" cy="173736"/>
          </a:xfrm>
          <a:prstGeom prst="rect">
            <a:avLst/>
          </a:prstGeom>
          <a:solidFill>
            <a:srgbClr val="333333"/>
          </a:solidFill>
          <a:ln w="12700">
            <a:solidFill>
              <a:srgbClr val="333333"/>
            </a:solidFill>
            <a:prstDash val="solid"/>
          </a:ln>
        </p:spPr>
      </p:sp>
      <p:sp>
        <p:nvSpPr>
          <p:cNvPr id="3" name="Text 1"/>
          <p:cNvSpPr/>
          <p:nvPr>
            <p:ph idx="101" type="title" hasCustomPrompt="1"/>
          </p:nvPr>
        </p:nvSpPr>
        <p:spPr>
          <a:xfrm>
            <a:off x="630936" y="566928"/>
            <a:ext cx="7863840" cy="457200"/>
          </a:xfrm>
          <a:prstGeom prst="rect">
            <a:avLst/>
          </a:prstGeom>
          <a:noFill/>
          <a:ln/>
        </p:spPr>
        <p:txBody>
          <a:bodyPr wrap="square" lIns="0" tIns="0" rIns="0" bIns="0" rtlCol="0" anchor="ctr"/>
          <a:lstStyle/>
          <a:p>
            <a:pPr algn="l" indent="0" marL="0">
              <a:buNone/>
            </a:pPr>
            <a:r>
              <a:rPr lang="en-US" sz="2800" b="1" dirty="0">
                <a:solidFill>
                  <a:srgbClr val="333333"/>
                </a:solidFill>
                <a:latin typeface="Pretendard" pitchFamily="34" charset="0"/>
                <a:ea typeface="Pretendard" pitchFamily="34" charset="-122"/>
                <a:cs typeface="Pretendard" pitchFamily="34" charset="-120"/>
              </a:rPr>
              <a:t>캠페인의 세 요소</a:t>
            </a:r>
            <a:pPr algn="l" indent="0" marL="0">
              <a:buNone/>
            </a:pPr>
            <a:r>
              <a:rPr lang="en-US" sz="1400" b="1" dirty="0">
                <a:solidFill>
                  <a:srgbClr val="9A9A9A"/>
                </a:solidFill>
                <a:latin typeface="Pretendard" pitchFamily="34" charset="0"/>
                <a:ea typeface="Pretendard" pitchFamily="34" charset="-122"/>
                <a:cs typeface="Pretendard" pitchFamily="34" charset="-120"/>
              </a:rPr>
              <a:t>   Three Elements</a:t>
            </a:r>
            <a:endParaRPr lang="en-US" sz="2800" dirty="0"/>
          </a:p>
        </p:txBody>
      </p:sp>
      <p:sp>
        <p:nvSpPr>
          <p:cNvPr id="4" name="요소 카드 1"/>
          <p:cNvSpPr/>
          <p:nvPr/>
        </p:nvSpPr>
        <p:spPr>
          <a:xfrm>
            <a:off x="475488" y="1234440"/>
            <a:ext cx="2615184" cy="2286000"/>
          </a:xfrm>
          <a:prstGeom prst="roundRect">
            <a:avLst>
              <a:gd name="adj" fmla="val 4800"/>
            </a:avLst>
          </a:prstGeom>
          <a:solidFill>
            <a:srgbClr val="FFFFFF"/>
          </a:solidFill>
          <a:ln w="15875">
            <a:solidFill>
              <a:srgbClr val="C9C9C9"/>
            </a:solidFill>
            <a:prstDash val="solid"/>
          </a:ln>
        </p:spPr>
      </p:sp>
      <p:sp>
        <p:nvSpPr>
          <p:cNvPr id="5" name="Text 3"/>
          <p:cNvSpPr txBox="1"/>
          <p:nvPr/>
        </p:nvSpPr>
        <p:spPr>
          <a:xfrm>
            <a:off x="749808" y="1371600"/>
            <a:ext cx="1371600" cy="502920"/>
          </a:xfrm>
          <a:prstGeom prst="rect">
            <a:avLst/>
          </a:prstGeom>
          <a:noFill/>
          <a:ln/>
        </p:spPr>
        <p:txBody>
          <a:bodyPr wrap="square" lIns="0" tIns="0" rIns="0" bIns="0" rtlCol="0" anchor="ctr"/>
          <a:lstStyle/>
          <a:p>
            <a:pPr indent="0" marL="0">
              <a:buNone/>
            </a:pPr>
            <a:r>
              <a:rPr lang="en-US" sz="2800" b="1" dirty="0">
                <a:solidFill>
                  <a:srgbClr val="FF6B35"/>
                </a:solidFill>
                <a:latin typeface="Pretendard" pitchFamily="34" charset="0"/>
                <a:ea typeface="Pretendard" pitchFamily="34" charset="-122"/>
                <a:cs typeface="Pretendard" pitchFamily="34" charset="-120"/>
              </a:rPr>
              <a:t>01</a:t>
            </a:r>
            <a:endParaRPr lang="en-US" sz="2800" dirty="0"/>
          </a:p>
        </p:txBody>
      </p:sp>
      <p:sp>
        <p:nvSpPr>
          <p:cNvPr id="6" name="Text 4"/>
          <p:cNvSpPr txBox="1"/>
          <p:nvPr/>
        </p:nvSpPr>
        <p:spPr>
          <a:xfrm>
            <a:off x="749808" y="1920240"/>
            <a:ext cx="2194560" cy="411480"/>
          </a:xfrm>
          <a:prstGeom prst="rect">
            <a:avLst/>
          </a:prstGeom>
          <a:noFill/>
          <a:ln/>
        </p:spPr>
        <p:txBody>
          <a:bodyPr wrap="square" lIns="0" tIns="0" rIns="0" bIns="0" rtlCol="0" anchor="t"/>
          <a:lstStyle/>
          <a:p>
            <a:pPr indent="0" marL="0">
              <a:buNone/>
            </a:pPr>
            <a:r>
              <a:rPr lang="en-US" sz="1900" b="1" dirty="0">
                <a:solidFill>
                  <a:srgbClr val="333333"/>
                </a:solidFill>
                <a:latin typeface="Pretendard" pitchFamily="34" charset="0"/>
                <a:ea typeface="Pretendard" pitchFamily="34" charset="-122"/>
                <a:cs typeface="Pretendard" pitchFamily="34" charset="-120"/>
              </a:rPr>
              <a:t>대상</a:t>
            </a:r>
            <a:endParaRPr lang="en-US" sz="1900" dirty="0"/>
          </a:p>
        </p:txBody>
      </p:sp>
      <p:sp>
        <p:nvSpPr>
          <p:cNvPr id="7" name="Text 5"/>
          <p:cNvSpPr txBox="1"/>
          <p:nvPr/>
        </p:nvSpPr>
        <p:spPr>
          <a:xfrm>
            <a:off x="749808" y="2377440"/>
            <a:ext cx="2194560" cy="320040"/>
          </a:xfrm>
          <a:prstGeom prst="rect">
            <a:avLst/>
          </a:prstGeom>
          <a:noFill/>
          <a:ln/>
        </p:spPr>
        <p:txBody>
          <a:bodyPr wrap="square" lIns="0" tIns="0" rIns="0" bIns="0" rtlCol="0" anchor="t"/>
          <a:lstStyle/>
          <a:p>
            <a:pPr indent="0" marL="0">
              <a:buNone/>
            </a:pPr>
            <a:r>
              <a:rPr lang="en-US" sz="1300" b="1" dirty="0">
                <a:solidFill>
                  <a:srgbClr val="FF6B35"/>
                </a:solidFill>
                <a:latin typeface="Pretendard" pitchFamily="34" charset="0"/>
                <a:ea typeface="Pretendard" pitchFamily="34" charset="-122"/>
                <a:cs typeface="Pretendard" pitchFamily="34" charset="-120"/>
              </a:rPr>
              <a:t>누구에게?</a:t>
            </a:r>
            <a:endParaRPr lang="en-US" sz="1300" dirty="0"/>
          </a:p>
        </p:txBody>
      </p:sp>
      <p:sp>
        <p:nvSpPr>
          <p:cNvPr id="8" name="Text 6"/>
          <p:cNvSpPr txBox="1"/>
          <p:nvPr/>
        </p:nvSpPr>
        <p:spPr>
          <a:xfrm>
            <a:off x="749808" y="2743200"/>
            <a:ext cx="2194560" cy="731520"/>
          </a:xfrm>
          <a:prstGeom prst="rect">
            <a:avLst/>
          </a:prstGeom>
          <a:noFill/>
          <a:ln/>
        </p:spPr>
        <p:txBody>
          <a:bodyPr wrap="square" lIns="0" tIns="0" rIns="0" bIns="0" rtlCol="0" anchor="t"/>
          <a:lstStyle/>
          <a:p>
            <a:pPr indent="0" marL="0">
              <a:buNone/>
            </a:pPr>
            <a:r>
              <a:rPr lang="en-US" sz="1200" dirty="0">
                <a:solidFill>
                  <a:srgbClr val="777777"/>
                </a:solidFill>
                <a:latin typeface="Pretendard" pitchFamily="34" charset="0"/>
                <a:ea typeface="Pretendard" pitchFamily="34" charset="-122"/>
                <a:cs typeface="Pretendard" pitchFamily="34" charset="-120"/>
              </a:rPr>
              <a:t>같은 학년 · 후배 · 가족</a:t>
            </a:r>
            <a:endParaRPr lang="en-US" sz="1200" dirty="0"/>
          </a:p>
        </p:txBody>
      </p:sp>
      <p:sp>
        <p:nvSpPr>
          <p:cNvPr id="9" name="요소 카드 2"/>
          <p:cNvSpPr/>
          <p:nvPr/>
        </p:nvSpPr>
        <p:spPr>
          <a:xfrm>
            <a:off x="3264408" y="1234440"/>
            <a:ext cx="2615184" cy="2286000"/>
          </a:xfrm>
          <a:prstGeom prst="roundRect">
            <a:avLst>
              <a:gd name="adj" fmla="val 4800"/>
            </a:avLst>
          </a:prstGeom>
          <a:solidFill>
            <a:srgbClr val="FFFFFF"/>
          </a:solidFill>
          <a:ln w="15875">
            <a:solidFill>
              <a:srgbClr val="C9C9C9"/>
            </a:solidFill>
            <a:prstDash val="solid"/>
          </a:ln>
        </p:spPr>
      </p:sp>
      <p:sp>
        <p:nvSpPr>
          <p:cNvPr id="10" name="Text 8"/>
          <p:cNvSpPr txBox="1"/>
          <p:nvPr/>
        </p:nvSpPr>
        <p:spPr>
          <a:xfrm>
            <a:off x="3538728" y="1371600"/>
            <a:ext cx="1371600" cy="502920"/>
          </a:xfrm>
          <a:prstGeom prst="rect">
            <a:avLst/>
          </a:prstGeom>
          <a:noFill/>
          <a:ln/>
        </p:spPr>
        <p:txBody>
          <a:bodyPr wrap="square" lIns="0" tIns="0" rIns="0" bIns="0" rtlCol="0" anchor="ctr"/>
          <a:lstStyle/>
          <a:p>
            <a:pPr indent="0" marL="0">
              <a:buNone/>
            </a:pPr>
            <a:r>
              <a:rPr lang="en-US" sz="2800" b="1" dirty="0">
                <a:solidFill>
                  <a:srgbClr val="FF6B35"/>
                </a:solidFill>
                <a:latin typeface="Pretendard" pitchFamily="34" charset="0"/>
                <a:ea typeface="Pretendard" pitchFamily="34" charset="-122"/>
                <a:cs typeface="Pretendard" pitchFamily="34" charset="-120"/>
              </a:rPr>
              <a:t>02</a:t>
            </a:r>
            <a:endParaRPr lang="en-US" sz="2800" dirty="0"/>
          </a:p>
        </p:txBody>
      </p:sp>
      <p:sp>
        <p:nvSpPr>
          <p:cNvPr id="11" name="Text 9"/>
          <p:cNvSpPr txBox="1"/>
          <p:nvPr/>
        </p:nvSpPr>
        <p:spPr>
          <a:xfrm>
            <a:off x="3538728" y="1920240"/>
            <a:ext cx="2194560" cy="411480"/>
          </a:xfrm>
          <a:prstGeom prst="rect">
            <a:avLst/>
          </a:prstGeom>
          <a:noFill/>
          <a:ln/>
        </p:spPr>
        <p:txBody>
          <a:bodyPr wrap="square" lIns="0" tIns="0" rIns="0" bIns="0" rtlCol="0" anchor="t"/>
          <a:lstStyle/>
          <a:p>
            <a:pPr indent="0" marL="0">
              <a:buNone/>
            </a:pPr>
            <a:r>
              <a:rPr lang="en-US" sz="1900" b="1" dirty="0">
                <a:solidFill>
                  <a:srgbClr val="333333"/>
                </a:solidFill>
                <a:latin typeface="Pretendard" pitchFamily="34" charset="0"/>
                <a:ea typeface="Pretendard" pitchFamily="34" charset="-122"/>
                <a:cs typeface="Pretendard" pitchFamily="34" charset="-120"/>
              </a:rPr>
              <a:t>핵심 메시지</a:t>
            </a:r>
            <a:endParaRPr lang="en-US" sz="1900" dirty="0"/>
          </a:p>
        </p:txBody>
      </p:sp>
      <p:sp>
        <p:nvSpPr>
          <p:cNvPr id="12" name="Text 10"/>
          <p:cNvSpPr txBox="1"/>
          <p:nvPr/>
        </p:nvSpPr>
        <p:spPr>
          <a:xfrm>
            <a:off x="3538728" y="2377440"/>
            <a:ext cx="2194560" cy="320040"/>
          </a:xfrm>
          <a:prstGeom prst="rect">
            <a:avLst/>
          </a:prstGeom>
          <a:noFill/>
          <a:ln/>
        </p:spPr>
        <p:txBody>
          <a:bodyPr wrap="square" lIns="0" tIns="0" rIns="0" bIns="0" rtlCol="0" anchor="t"/>
          <a:lstStyle/>
          <a:p>
            <a:pPr indent="0" marL="0">
              <a:buNone/>
            </a:pPr>
            <a:r>
              <a:rPr lang="en-US" sz="1300" b="1" dirty="0">
                <a:solidFill>
                  <a:srgbClr val="FF6B35"/>
                </a:solidFill>
                <a:latin typeface="Pretendard" pitchFamily="34" charset="0"/>
                <a:ea typeface="Pretendard" pitchFamily="34" charset="-122"/>
                <a:cs typeface="Pretendard" pitchFamily="34" charset="-120"/>
              </a:rPr>
              <a:t>한 문장</a:t>
            </a:r>
            <a:endParaRPr lang="en-US" sz="1300" dirty="0"/>
          </a:p>
        </p:txBody>
      </p:sp>
      <p:sp>
        <p:nvSpPr>
          <p:cNvPr id="13" name="Text 11"/>
          <p:cNvSpPr txBox="1"/>
          <p:nvPr/>
        </p:nvSpPr>
        <p:spPr>
          <a:xfrm>
            <a:off x="3538728" y="2743200"/>
            <a:ext cx="2194560" cy="731520"/>
          </a:xfrm>
          <a:prstGeom prst="rect">
            <a:avLst/>
          </a:prstGeom>
          <a:noFill/>
          <a:ln/>
        </p:spPr>
        <p:txBody>
          <a:bodyPr wrap="square" lIns="0" tIns="0" rIns="0" bIns="0" rtlCol="0" anchor="t"/>
          <a:lstStyle/>
          <a:p>
            <a:pPr indent="0" marL="0">
              <a:buNone/>
            </a:pPr>
            <a:r>
              <a:rPr lang="en-US" sz="1200" dirty="0">
                <a:solidFill>
                  <a:srgbClr val="777777"/>
                </a:solidFill>
                <a:latin typeface="Pretendard" pitchFamily="34" charset="0"/>
                <a:ea typeface="Pretendard" pitchFamily="34" charset="-122"/>
                <a:cs typeface="Pretendard" pitchFamily="34" charset="-120"/>
              </a:rPr>
              <a:t>정확하고 짧게</a:t>
            </a:r>
            <a:endParaRPr lang="en-US" sz="1200" dirty="0"/>
          </a:p>
          <a:p>
            <a:pPr indent="0" marL="0">
              <a:buNone/>
            </a:pPr>
            <a:r>
              <a:rPr lang="en-US" sz="1200" dirty="0">
                <a:solidFill>
                  <a:srgbClr val="777777"/>
                </a:solidFill>
                <a:latin typeface="Pretendard" pitchFamily="34" charset="0"/>
                <a:ea typeface="Pretendard" pitchFamily="34" charset="-122"/>
                <a:cs typeface="Pretendard" pitchFamily="34" charset="-120"/>
              </a:rPr>
              <a:t>무엇을 하면 되는지</a:t>
            </a:r>
            <a:endParaRPr lang="en-US" sz="1200" dirty="0"/>
          </a:p>
        </p:txBody>
      </p:sp>
      <p:sp>
        <p:nvSpPr>
          <p:cNvPr id="14" name="요소 카드 3"/>
          <p:cNvSpPr/>
          <p:nvPr/>
        </p:nvSpPr>
        <p:spPr>
          <a:xfrm>
            <a:off x="6053328" y="1234440"/>
            <a:ext cx="2615184" cy="2286000"/>
          </a:xfrm>
          <a:prstGeom prst="roundRect">
            <a:avLst>
              <a:gd name="adj" fmla="val 4800"/>
            </a:avLst>
          </a:prstGeom>
          <a:solidFill>
            <a:srgbClr val="FFFFFF"/>
          </a:solidFill>
          <a:ln w="15875">
            <a:solidFill>
              <a:srgbClr val="C9C9C9"/>
            </a:solidFill>
            <a:prstDash val="solid"/>
          </a:ln>
        </p:spPr>
      </p:sp>
      <p:sp>
        <p:nvSpPr>
          <p:cNvPr id="15" name="Text 13"/>
          <p:cNvSpPr txBox="1"/>
          <p:nvPr/>
        </p:nvSpPr>
        <p:spPr>
          <a:xfrm>
            <a:off x="6327648" y="1371600"/>
            <a:ext cx="1371600" cy="502920"/>
          </a:xfrm>
          <a:prstGeom prst="rect">
            <a:avLst/>
          </a:prstGeom>
          <a:noFill/>
          <a:ln/>
        </p:spPr>
        <p:txBody>
          <a:bodyPr wrap="square" lIns="0" tIns="0" rIns="0" bIns="0" rtlCol="0" anchor="ctr"/>
          <a:lstStyle/>
          <a:p>
            <a:pPr indent="0" marL="0">
              <a:buNone/>
            </a:pPr>
            <a:r>
              <a:rPr lang="en-US" sz="2800" b="1" dirty="0">
                <a:solidFill>
                  <a:srgbClr val="FF6B35"/>
                </a:solidFill>
                <a:latin typeface="Pretendard" pitchFamily="34" charset="0"/>
                <a:ea typeface="Pretendard" pitchFamily="34" charset="-122"/>
                <a:cs typeface="Pretendard" pitchFamily="34" charset="-120"/>
              </a:rPr>
              <a:t>03</a:t>
            </a:r>
            <a:endParaRPr lang="en-US" sz="2800" dirty="0"/>
          </a:p>
        </p:txBody>
      </p:sp>
      <p:sp>
        <p:nvSpPr>
          <p:cNvPr id="16" name="Text 14"/>
          <p:cNvSpPr txBox="1"/>
          <p:nvPr/>
        </p:nvSpPr>
        <p:spPr>
          <a:xfrm>
            <a:off x="6327648" y="1920240"/>
            <a:ext cx="2194560" cy="411480"/>
          </a:xfrm>
          <a:prstGeom prst="rect">
            <a:avLst/>
          </a:prstGeom>
          <a:noFill/>
          <a:ln/>
        </p:spPr>
        <p:txBody>
          <a:bodyPr wrap="square" lIns="0" tIns="0" rIns="0" bIns="0" rtlCol="0" anchor="t"/>
          <a:lstStyle/>
          <a:p>
            <a:pPr indent="0" marL="0">
              <a:buNone/>
            </a:pPr>
            <a:r>
              <a:rPr lang="en-US" sz="1900" b="1" dirty="0">
                <a:solidFill>
                  <a:srgbClr val="333333"/>
                </a:solidFill>
                <a:latin typeface="Pretendard" pitchFamily="34" charset="0"/>
                <a:ea typeface="Pretendard" pitchFamily="34" charset="-122"/>
                <a:cs typeface="Pretendard" pitchFamily="34" charset="-120"/>
              </a:rPr>
              <a:t>매체</a:t>
            </a:r>
            <a:endParaRPr lang="en-US" sz="1900" dirty="0"/>
          </a:p>
        </p:txBody>
      </p:sp>
      <p:sp>
        <p:nvSpPr>
          <p:cNvPr id="17" name="Text 15"/>
          <p:cNvSpPr txBox="1"/>
          <p:nvPr/>
        </p:nvSpPr>
        <p:spPr>
          <a:xfrm>
            <a:off x="6327648" y="2377440"/>
            <a:ext cx="2194560" cy="320040"/>
          </a:xfrm>
          <a:prstGeom prst="rect">
            <a:avLst/>
          </a:prstGeom>
          <a:noFill/>
          <a:ln/>
        </p:spPr>
        <p:txBody>
          <a:bodyPr wrap="square" lIns="0" tIns="0" rIns="0" bIns="0" rtlCol="0" anchor="t"/>
          <a:lstStyle/>
          <a:p>
            <a:pPr indent="0" marL="0">
              <a:buNone/>
            </a:pPr>
            <a:r>
              <a:rPr lang="en-US" sz="1300" b="1" dirty="0">
                <a:solidFill>
                  <a:srgbClr val="FF6B35"/>
                </a:solidFill>
                <a:latin typeface="Pretendard" pitchFamily="34" charset="0"/>
                <a:ea typeface="Pretendard" pitchFamily="34" charset="-122"/>
                <a:cs typeface="Pretendard" pitchFamily="34" charset="-120"/>
              </a:rPr>
              <a:t>무엇으로 전할까?</a:t>
            </a:r>
            <a:endParaRPr lang="en-US" sz="1300" dirty="0"/>
          </a:p>
        </p:txBody>
      </p:sp>
      <p:sp>
        <p:nvSpPr>
          <p:cNvPr id="18" name="Text 16"/>
          <p:cNvSpPr txBox="1"/>
          <p:nvPr/>
        </p:nvSpPr>
        <p:spPr>
          <a:xfrm>
            <a:off x="6327648" y="2743200"/>
            <a:ext cx="2194560" cy="731520"/>
          </a:xfrm>
          <a:prstGeom prst="rect">
            <a:avLst/>
          </a:prstGeom>
          <a:noFill/>
          <a:ln/>
        </p:spPr>
        <p:txBody>
          <a:bodyPr wrap="square" lIns="0" tIns="0" rIns="0" bIns="0" rtlCol="0" anchor="t"/>
          <a:lstStyle/>
          <a:p>
            <a:pPr indent="0" marL="0">
              <a:buNone/>
            </a:pPr>
            <a:r>
              <a:rPr lang="en-US" sz="1200" dirty="0">
                <a:solidFill>
                  <a:srgbClr val="777777"/>
                </a:solidFill>
                <a:latin typeface="Pretendard" pitchFamily="34" charset="0"/>
                <a:ea typeface="Pretendard" pitchFamily="34" charset="-122"/>
                <a:cs typeface="Pretendard" pitchFamily="34" charset="-120"/>
              </a:rPr>
              <a:t>포스터 · 카드뉴스</a:t>
            </a:r>
            <a:endParaRPr lang="en-US" sz="1200" dirty="0"/>
          </a:p>
          <a:p>
            <a:pPr indent="0" marL="0">
              <a:buNone/>
            </a:pPr>
            <a:r>
              <a:rPr lang="en-US" sz="1200" dirty="0">
                <a:solidFill>
                  <a:srgbClr val="777777"/>
                </a:solidFill>
                <a:latin typeface="Pretendard" pitchFamily="34" charset="0"/>
                <a:ea typeface="Pretendard" pitchFamily="34" charset="-122"/>
                <a:cs typeface="Pretendard" pitchFamily="34" charset="-120"/>
              </a:rPr>
              <a:t>영상 스토리보드 · 리플릿</a:t>
            </a:r>
            <a:endParaRPr lang="en-US" sz="1200" dirty="0"/>
          </a:p>
        </p:txBody>
      </p:sp>
      <p:sp>
        <p:nvSpPr>
          <p:cNvPr id="19" name="결론 배너"/>
          <p:cNvSpPr/>
          <p:nvPr/>
        </p:nvSpPr>
        <p:spPr>
          <a:xfrm>
            <a:off x="475488" y="3749040"/>
            <a:ext cx="8193024" cy="685800"/>
          </a:xfrm>
          <a:prstGeom prst="roundRect">
            <a:avLst>
              <a:gd name="adj" fmla="val 13333"/>
            </a:avLst>
          </a:prstGeom>
          <a:solidFill>
            <a:srgbClr val="333333"/>
          </a:solidFill>
          <a:ln w="12700">
            <a:solidFill>
              <a:srgbClr val="333333"/>
            </a:solidFill>
            <a:prstDash val="solid"/>
          </a:ln>
        </p:spPr>
      </p:sp>
      <p:sp>
        <p:nvSpPr>
          <p:cNvPr id="20" name="Text 18"/>
          <p:cNvSpPr txBox="1"/>
          <p:nvPr/>
        </p:nvSpPr>
        <p:spPr>
          <a:xfrm>
            <a:off x="475488" y="3749040"/>
            <a:ext cx="8193024" cy="685800"/>
          </a:xfrm>
          <a:prstGeom prst="rect">
            <a:avLst/>
          </a:prstGeom>
          <a:noFill/>
          <a:ln/>
        </p:spPr>
        <p:txBody>
          <a:bodyPr wrap="square" lIns="0" tIns="0" rIns="0" bIns="0" rtlCol="0" anchor="ctr"/>
          <a:lstStyle/>
          <a:p>
            <a:pPr algn="ctr" indent="0" marL="0">
              <a:buNone/>
            </a:pPr>
            <a:r>
              <a:rPr lang="en-US" sz="1700" b="1" dirty="0">
                <a:solidFill>
                  <a:srgbClr val="FFFFFF"/>
                </a:solidFill>
                <a:latin typeface="Pretendard" pitchFamily="34" charset="0"/>
                <a:ea typeface="Pretendard" pitchFamily="34" charset="-122"/>
                <a:cs typeface="Pretendard" pitchFamily="34" charset="-120"/>
              </a:rPr>
              <a:t>메시지는 한 문장으로. 읽고 나서 할 수 있는 행동이 보여야 해요</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제목 표식"/>
          <p:cNvSpPr/>
          <p:nvPr/>
        </p:nvSpPr>
        <p:spPr>
          <a:xfrm>
            <a:off x="480060" y="708660"/>
            <a:ext cx="36576" cy="173736"/>
          </a:xfrm>
          <a:prstGeom prst="rect">
            <a:avLst/>
          </a:prstGeom>
          <a:solidFill>
            <a:srgbClr val="333333"/>
          </a:solidFill>
          <a:ln w="12700">
            <a:solidFill>
              <a:srgbClr val="333333"/>
            </a:solidFill>
            <a:prstDash val="solid"/>
          </a:ln>
        </p:spPr>
      </p:sp>
      <p:sp>
        <p:nvSpPr>
          <p:cNvPr id="3" name="Text 1"/>
          <p:cNvSpPr/>
          <p:nvPr>
            <p:ph idx="101" type="title" hasCustomPrompt="1"/>
          </p:nvPr>
        </p:nvSpPr>
        <p:spPr>
          <a:xfrm>
            <a:off x="630936" y="566928"/>
            <a:ext cx="7863840" cy="457200"/>
          </a:xfrm>
          <a:prstGeom prst="rect">
            <a:avLst/>
          </a:prstGeom>
          <a:noFill/>
          <a:ln/>
        </p:spPr>
        <p:txBody>
          <a:bodyPr wrap="square" lIns="0" tIns="0" rIns="0" bIns="0" rtlCol="0" anchor="ctr"/>
          <a:lstStyle/>
          <a:p>
            <a:pPr algn="l" indent="0" marL="0">
              <a:buNone/>
            </a:pPr>
            <a:r>
              <a:rPr lang="en-US" sz="2800" b="1" dirty="0">
                <a:solidFill>
                  <a:srgbClr val="333333"/>
                </a:solidFill>
                <a:latin typeface="Pretendard" pitchFamily="34" charset="0"/>
                <a:ea typeface="Pretendard" pitchFamily="34" charset="-122"/>
                <a:cs typeface="Pretendard" pitchFamily="34" charset="-120"/>
              </a:rPr>
              <a:t>좋은 캠페인의 조건 5가지</a:t>
            </a:r>
            <a:pPr algn="l" indent="0" marL="0">
              <a:buNone/>
            </a:pPr>
            <a:r>
              <a:rPr lang="en-US" sz="1400" b="1" dirty="0">
                <a:solidFill>
                  <a:srgbClr val="9A9A9A"/>
                </a:solidFill>
                <a:latin typeface="Pretendard" pitchFamily="34" charset="0"/>
                <a:ea typeface="Pretendard" pitchFamily="34" charset="-122"/>
                <a:cs typeface="Pretendard" pitchFamily="34" charset="-120"/>
              </a:rPr>
              <a:t>   Five Rules</a:t>
            </a:r>
            <a:endParaRPr lang="en-US" sz="2800" dirty="0"/>
          </a:p>
        </p:txBody>
      </p:sp>
      <p:sp>
        <p:nvSpPr>
          <p:cNvPr id="4" name="조건 카드 1"/>
          <p:cNvSpPr/>
          <p:nvPr/>
        </p:nvSpPr>
        <p:spPr>
          <a:xfrm>
            <a:off x="475488" y="1234440"/>
            <a:ext cx="1550822" cy="2286000"/>
          </a:xfrm>
          <a:prstGeom prst="roundRect">
            <a:avLst>
              <a:gd name="adj" fmla="val 7075"/>
            </a:avLst>
          </a:prstGeom>
          <a:solidFill>
            <a:srgbClr val="FFFFFF"/>
          </a:solidFill>
          <a:ln w="15875">
            <a:solidFill>
              <a:srgbClr val="C9C9C9"/>
            </a:solidFill>
            <a:prstDash val="solid"/>
          </a:ln>
        </p:spPr>
      </p:sp>
      <p:sp>
        <p:nvSpPr>
          <p:cNvPr id="5" name="Text 3"/>
          <p:cNvSpPr txBox="1"/>
          <p:nvPr/>
        </p:nvSpPr>
        <p:spPr>
          <a:xfrm>
            <a:off x="658368" y="1371600"/>
            <a:ext cx="1276502" cy="502920"/>
          </a:xfrm>
          <a:prstGeom prst="rect">
            <a:avLst/>
          </a:prstGeom>
          <a:noFill/>
          <a:ln/>
        </p:spPr>
        <p:txBody>
          <a:bodyPr wrap="square" lIns="0" tIns="0" rIns="0" bIns="0" rtlCol="0" anchor="ctr"/>
          <a:lstStyle/>
          <a:p>
            <a:pPr indent="0" marL="0">
              <a:buNone/>
            </a:pPr>
            <a:r>
              <a:rPr lang="en-US" sz="2600" b="1" dirty="0">
                <a:solidFill>
                  <a:srgbClr val="FF6B35"/>
                </a:solidFill>
                <a:latin typeface="Pretendard" pitchFamily="34" charset="0"/>
                <a:ea typeface="Pretendard" pitchFamily="34" charset="-122"/>
                <a:cs typeface="Pretendard" pitchFamily="34" charset="-120"/>
              </a:rPr>
              <a:t>01</a:t>
            </a:r>
            <a:endParaRPr lang="en-US" sz="2600" dirty="0"/>
          </a:p>
        </p:txBody>
      </p:sp>
      <p:sp>
        <p:nvSpPr>
          <p:cNvPr id="6" name="Text 4"/>
          <p:cNvSpPr txBox="1"/>
          <p:nvPr/>
        </p:nvSpPr>
        <p:spPr>
          <a:xfrm>
            <a:off x="658368" y="1938528"/>
            <a:ext cx="1276502" cy="457200"/>
          </a:xfrm>
          <a:prstGeom prst="rect">
            <a:avLst/>
          </a:prstGeom>
          <a:noFill/>
          <a:ln/>
        </p:spPr>
        <p:txBody>
          <a:bodyPr wrap="square" lIns="0" tIns="0" rIns="0" bIns="0" rtlCol="0" anchor="t"/>
          <a:lstStyle/>
          <a:p>
            <a:pPr indent="0" marL="0">
              <a:buNone/>
            </a:pPr>
            <a:r>
              <a:rPr lang="en-US" sz="1500" b="1" dirty="0">
                <a:solidFill>
                  <a:srgbClr val="333333"/>
                </a:solidFill>
                <a:latin typeface="Pretendard" pitchFamily="34" charset="0"/>
                <a:ea typeface="Pretendard" pitchFamily="34" charset="-122"/>
                <a:cs typeface="Pretendard" pitchFamily="34" charset="-120"/>
              </a:rPr>
              <a:t>정확하게</a:t>
            </a:r>
            <a:endParaRPr lang="en-US" sz="1500" dirty="0"/>
          </a:p>
        </p:txBody>
      </p:sp>
      <p:sp>
        <p:nvSpPr>
          <p:cNvPr id="7" name="Text 5"/>
          <p:cNvSpPr txBox="1"/>
          <p:nvPr/>
        </p:nvSpPr>
        <p:spPr>
          <a:xfrm>
            <a:off x="658368" y="2468880"/>
            <a:ext cx="1276502" cy="960120"/>
          </a:xfrm>
          <a:prstGeom prst="rect">
            <a:avLst/>
          </a:prstGeom>
          <a:noFill/>
          <a:ln/>
        </p:spPr>
        <p:txBody>
          <a:bodyPr wrap="square" lIns="0" tIns="0" rIns="0" bIns="0" rtlCol="0" anchor="t"/>
          <a:lstStyle/>
          <a:p>
            <a:pPr indent="0" marL="0">
              <a:buNone/>
            </a:pPr>
            <a:r>
              <a:rPr lang="en-US" sz="1200" dirty="0">
                <a:solidFill>
                  <a:srgbClr val="777777"/>
                </a:solidFill>
                <a:latin typeface="Pretendard" pitchFamily="34" charset="0"/>
                <a:ea typeface="Pretendard" pitchFamily="34" charset="-122"/>
                <a:cs typeface="Pretendard" pitchFamily="34" charset="-120"/>
              </a:rPr>
              <a:t>과장·단정</a:t>
            </a:r>
            <a:endParaRPr lang="en-US" sz="1200" dirty="0"/>
          </a:p>
          <a:p>
            <a:pPr indent="0" marL="0">
              <a:buNone/>
            </a:pPr>
            <a:r>
              <a:rPr lang="en-US" sz="1200" dirty="0">
                <a:solidFill>
                  <a:srgbClr val="777777"/>
                </a:solidFill>
                <a:latin typeface="Pretendard" pitchFamily="34" charset="0"/>
                <a:ea typeface="Pretendard" pitchFamily="34" charset="-122"/>
                <a:cs typeface="Pretendard" pitchFamily="34" charset="-120"/>
              </a:rPr>
              <a:t>하지 않아요</a:t>
            </a:r>
            <a:endParaRPr lang="en-US" sz="1200" dirty="0"/>
          </a:p>
        </p:txBody>
      </p:sp>
      <p:sp>
        <p:nvSpPr>
          <p:cNvPr id="8" name="조건 카드 2"/>
          <p:cNvSpPr/>
          <p:nvPr/>
        </p:nvSpPr>
        <p:spPr>
          <a:xfrm>
            <a:off x="2136038" y="1234440"/>
            <a:ext cx="1550822" cy="2286000"/>
          </a:xfrm>
          <a:prstGeom prst="roundRect">
            <a:avLst>
              <a:gd name="adj" fmla="val 7075"/>
            </a:avLst>
          </a:prstGeom>
          <a:solidFill>
            <a:srgbClr val="FFFFFF"/>
          </a:solidFill>
          <a:ln w="15875">
            <a:solidFill>
              <a:srgbClr val="C9C9C9"/>
            </a:solidFill>
            <a:prstDash val="solid"/>
          </a:ln>
        </p:spPr>
      </p:sp>
      <p:sp>
        <p:nvSpPr>
          <p:cNvPr id="9" name="Text 7"/>
          <p:cNvSpPr txBox="1"/>
          <p:nvPr/>
        </p:nvSpPr>
        <p:spPr>
          <a:xfrm>
            <a:off x="2318918" y="1371600"/>
            <a:ext cx="1276502" cy="502920"/>
          </a:xfrm>
          <a:prstGeom prst="rect">
            <a:avLst/>
          </a:prstGeom>
          <a:noFill/>
          <a:ln/>
        </p:spPr>
        <p:txBody>
          <a:bodyPr wrap="square" lIns="0" tIns="0" rIns="0" bIns="0" rtlCol="0" anchor="ctr"/>
          <a:lstStyle/>
          <a:p>
            <a:pPr indent="0" marL="0">
              <a:buNone/>
            </a:pPr>
            <a:r>
              <a:rPr lang="en-US" sz="2600" b="1" dirty="0">
                <a:solidFill>
                  <a:srgbClr val="FF6B35"/>
                </a:solidFill>
                <a:latin typeface="Pretendard" pitchFamily="34" charset="0"/>
                <a:ea typeface="Pretendard" pitchFamily="34" charset="-122"/>
                <a:cs typeface="Pretendard" pitchFamily="34" charset="-120"/>
              </a:rPr>
              <a:t>02</a:t>
            </a:r>
            <a:endParaRPr lang="en-US" sz="2600" dirty="0"/>
          </a:p>
        </p:txBody>
      </p:sp>
      <p:sp>
        <p:nvSpPr>
          <p:cNvPr id="10" name="Text 8"/>
          <p:cNvSpPr txBox="1"/>
          <p:nvPr/>
        </p:nvSpPr>
        <p:spPr>
          <a:xfrm>
            <a:off x="2318918" y="1938528"/>
            <a:ext cx="1276502" cy="457200"/>
          </a:xfrm>
          <a:prstGeom prst="rect">
            <a:avLst/>
          </a:prstGeom>
          <a:noFill/>
          <a:ln/>
        </p:spPr>
        <p:txBody>
          <a:bodyPr wrap="square" lIns="0" tIns="0" rIns="0" bIns="0" rtlCol="0" anchor="t"/>
          <a:lstStyle/>
          <a:p>
            <a:pPr indent="0" marL="0">
              <a:buNone/>
            </a:pPr>
            <a:r>
              <a:rPr lang="en-US" sz="1500" b="1" dirty="0">
                <a:solidFill>
                  <a:srgbClr val="333333"/>
                </a:solidFill>
                <a:latin typeface="Pretendard" pitchFamily="34" charset="0"/>
                <a:ea typeface="Pretendard" pitchFamily="34" charset="-122"/>
                <a:cs typeface="Pretendard" pitchFamily="34" charset="-120"/>
              </a:rPr>
              <a:t>존중하며</a:t>
            </a:r>
            <a:endParaRPr lang="en-US" sz="1500" dirty="0"/>
          </a:p>
        </p:txBody>
      </p:sp>
      <p:sp>
        <p:nvSpPr>
          <p:cNvPr id="11" name="Text 9"/>
          <p:cNvSpPr txBox="1"/>
          <p:nvPr/>
        </p:nvSpPr>
        <p:spPr>
          <a:xfrm>
            <a:off x="2318918" y="2468880"/>
            <a:ext cx="1276502" cy="960120"/>
          </a:xfrm>
          <a:prstGeom prst="rect">
            <a:avLst/>
          </a:prstGeom>
          <a:noFill/>
          <a:ln/>
        </p:spPr>
        <p:txBody>
          <a:bodyPr wrap="square" lIns="0" tIns="0" rIns="0" bIns="0" rtlCol="0" anchor="t"/>
          <a:lstStyle/>
          <a:p>
            <a:pPr indent="0" marL="0">
              <a:buNone/>
            </a:pPr>
            <a:r>
              <a:rPr lang="en-US" sz="1200" dirty="0">
                <a:solidFill>
                  <a:srgbClr val="777777"/>
                </a:solidFill>
                <a:latin typeface="Pretendard" pitchFamily="34" charset="0"/>
                <a:ea typeface="Pretendard" pitchFamily="34" charset="-122"/>
                <a:cs typeface="Pretendard" pitchFamily="34" charset="-120"/>
              </a:rPr>
              <a:t>사람이나 집단을</a:t>
            </a:r>
            <a:endParaRPr lang="en-US" sz="1200" dirty="0"/>
          </a:p>
          <a:p>
            <a:pPr indent="0" marL="0">
              <a:buNone/>
            </a:pPr>
            <a:r>
              <a:rPr lang="en-US" sz="1200" dirty="0">
                <a:solidFill>
                  <a:srgbClr val="777777"/>
                </a:solidFill>
                <a:latin typeface="Pretendard" pitchFamily="34" charset="0"/>
                <a:ea typeface="Pretendard" pitchFamily="34" charset="-122"/>
                <a:cs typeface="Pretendard" pitchFamily="34" charset="-120"/>
              </a:rPr>
              <a:t>비난하지 않아요</a:t>
            </a:r>
            <a:endParaRPr lang="en-US" sz="1200" dirty="0"/>
          </a:p>
        </p:txBody>
      </p:sp>
      <p:sp>
        <p:nvSpPr>
          <p:cNvPr id="12" name="조건 카드 3"/>
          <p:cNvSpPr/>
          <p:nvPr/>
        </p:nvSpPr>
        <p:spPr>
          <a:xfrm>
            <a:off x="3796589" y="1234440"/>
            <a:ext cx="1550822" cy="2286000"/>
          </a:xfrm>
          <a:prstGeom prst="roundRect">
            <a:avLst>
              <a:gd name="adj" fmla="val 7075"/>
            </a:avLst>
          </a:prstGeom>
          <a:solidFill>
            <a:srgbClr val="FFFFFF"/>
          </a:solidFill>
          <a:ln w="15875">
            <a:solidFill>
              <a:srgbClr val="C9C9C9"/>
            </a:solidFill>
            <a:prstDash val="solid"/>
          </a:ln>
        </p:spPr>
      </p:sp>
      <p:sp>
        <p:nvSpPr>
          <p:cNvPr id="13" name="Text 11"/>
          <p:cNvSpPr txBox="1"/>
          <p:nvPr/>
        </p:nvSpPr>
        <p:spPr>
          <a:xfrm>
            <a:off x="3979469" y="1371600"/>
            <a:ext cx="1276502" cy="502920"/>
          </a:xfrm>
          <a:prstGeom prst="rect">
            <a:avLst/>
          </a:prstGeom>
          <a:noFill/>
          <a:ln/>
        </p:spPr>
        <p:txBody>
          <a:bodyPr wrap="square" lIns="0" tIns="0" rIns="0" bIns="0" rtlCol="0" anchor="ctr"/>
          <a:lstStyle/>
          <a:p>
            <a:pPr indent="0" marL="0">
              <a:buNone/>
            </a:pPr>
            <a:r>
              <a:rPr lang="en-US" sz="2600" b="1" dirty="0">
                <a:solidFill>
                  <a:srgbClr val="FF6B35"/>
                </a:solidFill>
                <a:latin typeface="Pretendard" pitchFamily="34" charset="0"/>
                <a:ea typeface="Pretendard" pitchFamily="34" charset="-122"/>
                <a:cs typeface="Pretendard" pitchFamily="34" charset="-120"/>
              </a:rPr>
              <a:t>03</a:t>
            </a:r>
            <a:endParaRPr lang="en-US" sz="2600" dirty="0"/>
          </a:p>
        </p:txBody>
      </p:sp>
      <p:sp>
        <p:nvSpPr>
          <p:cNvPr id="14" name="Text 12"/>
          <p:cNvSpPr txBox="1"/>
          <p:nvPr/>
        </p:nvSpPr>
        <p:spPr>
          <a:xfrm>
            <a:off x="3979469" y="1938528"/>
            <a:ext cx="1276502" cy="457200"/>
          </a:xfrm>
          <a:prstGeom prst="rect">
            <a:avLst/>
          </a:prstGeom>
          <a:noFill/>
          <a:ln/>
        </p:spPr>
        <p:txBody>
          <a:bodyPr wrap="square" lIns="0" tIns="0" rIns="0" bIns="0" rtlCol="0" anchor="t"/>
          <a:lstStyle/>
          <a:p>
            <a:pPr indent="0" marL="0">
              <a:buNone/>
            </a:pPr>
            <a:r>
              <a:rPr lang="en-US" sz="1500" b="1" dirty="0">
                <a:solidFill>
                  <a:srgbClr val="333333"/>
                </a:solidFill>
                <a:latin typeface="Pretendard" pitchFamily="34" charset="0"/>
                <a:ea typeface="Pretendard" pitchFamily="34" charset="-122"/>
                <a:cs typeface="Pretendard" pitchFamily="34" charset="-120"/>
              </a:rPr>
              <a:t>겁주지 않고</a:t>
            </a:r>
            <a:endParaRPr lang="en-US" sz="1500" dirty="0"/>
          </a:p>
        </p:txBody>
      </p:sp>
      <p:sp>
        <p:nvSpPr>
          <p:cNvPr id="15" name="Text 13"/>
          <p:cNvSpPr txBox="1"/>
          <p:nvPr/>
        </p:nvSpPr>
        <p:spPr>
          <a:xfrm>
            <a:off x="3979469" y="2468880"/>
            <a:ext cx="1276502" cy="960120"/>
          </a:xfrm>
          <a:prstGeom prst="rect">
            <a:avLst/>
          </a:prstGeom>
          <a:noFill/>
          <a:ln/>
        </p:spPr>
        <p:txBody>
          <a:bodyPr wrap="square" lIns="0" tIns="0" rIns="0" bIns="0" rtlCol="0" anchor="t"/>
          <a:lstStyle/>
          <a:p>
            <a:pPr indent="0" marL="0">
              <a:buNone/>
            </a:pPr>
            <a:r>
              <a:rPr lang="en-US" sz="1200" dirty="0">
                <a:solidFill>
                  <a:srgbClr val="777777"/>
                </a:solidFill>
                <a:latin typeface="Pretendard" pitchFamily="34" charset="0"/>
                <a:ea typeface="Pretendard" pitchFamily="34" charset="-122"/>
                <a:cs typeface="Pretendard" pitchFamily="34" charset="-120"/>
              </a:rPr>
              <a:t>무섭게 하기보다</a:t>
            </a:r>
            <a:endParaRPr lang="en-US" sz="1200" dirty="0"/>
          </a:p>
          <a:p>
            <a:pPr indent="0" marL="0">
              <a:buNone/>
            </a:pPr>
            <a:r>
              <a:rPr lang="en-US" sz="1200" dirty="0">
                <a:solidFill>
                  <a:srgbClr val="777777"/>
                </a:solidFill>
                <a:latin typeface="Pretendard" pitchFamily="34" charset="0"/>
                <a:ea typeface="Pretendard" pitchFamily="34" charset="-122"/>
                <a:cs typeface="Pretendard" pitchFamily="34" charset="-120"/>
              </a:rPr>
              <a:t>할 수 있는 행동을</a:t>
            </a:r>
            <a:endParaRPr lang="en-US" sz="1200" dirty="0"/>
          </a:p>
        </p:txBody>
      </p:sp>
      <p:sp>
        <p:nvSpPr>
          <p:cNvPr id="16" name="조건 카드 4"/>
          <p:cNvSpPr/>
          <p:nvPr/>
        </p:nvSpPr>
        <p:spPr>
          <a:xfrm>
            <a:off x="5457139" y="1234440"/>
            <a:ext cx="1550822" cy="2286000"/>
          </a:xfrm>
          <a:prstGeom prst="roundRect">
            <a:avLst>
              <a:gd name="adj" fmla="val 7075"/>
            </a:avLst>
          </a:prstGeom>
          <a:solidFill>
            <a:srgbClr val="FFFFFF"/>
          </a:solidFill>
          <a:ln w="15875">
            <a:solidFill>
              <a:srgbClr val="C9C9C9"/>
            </a:solidFill>
            <a:prstDash val="solid"/>
          </a:ln>
        </p:spPr>
      </p:sp>
      <p:sp>
        <p:nvSpPr>
          <p:cNvPr id="17" name="Text 15"/>
          <p:cNvSpPr txBox="1"/>
          <p:nvPr/>
        </p:nvSpPr>
        <p:spPr>
          <a:xfrm>
            <a:off x="5640019" y="1371600"/>
            <a:ext cx="1276502" cy="502920"/>
          </a:xfrm>
          <a:prstGeom prst="rect">
            <a:avLst/>
          </a:prstGeom>
          <a:noFill/>
          <a:ln/>
        </p:spPr>
        <p:txBody>
          <a:bodyPr wrap="square" lIns="0" tIns="0" rIns="0" bIns="0" rtlCol="0" anchor="ctr"/>
          <a:lstStyle/>
          <a:p>
            <a:pPr indent="0" marL="0">
              <a:buNone/>
            </a:pPr>
            <a:r>
              <a:rPr lang="en-US" sz="2600" b="1" dirty="0">
                <a:solidFill>
                  <a:srgbClr val="FF6B35"/>
                </a:solidFill>
                <a:latin typeface="Pretendard" pitchFamily="34" charset="0"/>
                <a:ea typeface="Pretendard" pitchFamily="34" charset="-122"/>
                <a:cs typeface="Pretendard" pitchFamily="34" charset="-120"/>
              </a:rPr>
              <a:t>04</a:t>
            </a:r>
            <a:endParaRPr lang="en-US" sz="2600" dirty="0"/>
          </a:p>
        </p:txBody>
      </p:sp>
      <p:sp>
        <p:nvSpPr>
          <p:cNvPr id="18" name="Text 16"/>
          <p:cNvSpPr txBox="1"/>
          <p:nvPr/>
        </p:nvSpPr>
        <p:spPr>
          <a:xfrm>
            <a:off x="5640019" y="1938528"/>
            <a:ext cx="1276502" cy="457200"/>
          </a:xfrm>
          <a:prstGeom prst="rect">
            <a:avLst/>
          </a:prstGeom>
          <a:noFill/>
          <a:ln/>
        </p:spPr>
        <p:txBody>
          <a:bodyPr wrap="square" lIns="0" tIns="0" rIns="0" bIns="0" rtlCol="0" anchor="t"/>
          <a:lstStyle/>
          <a:p>
            <a:pPr indent="0" marL="0">
              <a:buNone/>
            </a:pPr>
            <a:r>
              <a:rPr lang="en-US" sz="1500" b="1" dirty="0">
                <a:solidFill>
                  <a:srgbClr val="333333"/>
                </a:solidFill>
                <a:latin typeface="Pretendard" pitchFamily="34" charset="0"/>
                <a:ea typeface="Pretendard" pitchFamily="34" charset="-122"/>
                <a:cs typeface="Pretendard" pitchFamily="34" charset="-120"/>
              </a:rPr>
              <a:t>행동을 알려 주며</a:t>
            </a:r>
            <a:endParaRPr lang="en-US" sz="1500" dirty="0"/>
          </a:p>
        </p:txBody>
      </p:sp>
      <p:sp>
        <p:nvSpPr>
          <p:cNvPr id="19" name="Text 17"/>
          <p:cNvSpPr txBox="1"/>
          <p:nvPr/>
        </p:nvSpPr>
        <p:spPr>
          <a:xfrm>
            <a:off x="5640019" y="2468880"/>
            <a:ext cx="1276502" cy="960120"/>
          </a:xfrm>
          <a:prstGeom prst="rect">
            <a:avLst/>
          </a:prstGeom>
          <a:noFill/>
          <a:ln/>
        </p:spPr>
        <p:txBody>
          <a:bodyPr wrap="square" lIns="0" tIns="0" rIns="0" bIns="0" rtlCol="0" anchor="t"/>
          <a:lstStyle/>
          <a:p>
            <a:pPr indent="0" marL="0">
              <a:buNone/>
            </a:pPr>
            <a:r>
              <a:rPr lang="en-US" sz="1200" dirty="0">
                <a:solidFill>
                  <a:srgbClr val="777777"/>
                </a:solidFill>
                <a:latin typeface="Pretendard" pitchFamily="34" charset="0"/>
                <a:ea typeface="Pretendard" pitchFamily="34" charset="-122"/>
                <a:cs typeface="Pretendard" pitchFamily="34" charset="-120"/>
              </a:rPr>
              <a:t>무엇을 하면 되는지</a:t>
            </a:r>
            <a:endParaRPr lang="en-US" sz="1200" dirty="0"/>
          </a:p>
          <a:p>
            <a:pPr indent="0" marL="0">
              <a:buNone/>
            </a:pPr>
            <a:r>
              <a:rPr lang="en-US" sz="1200" dirty="0">
                <a:solidFill>
                  <a:srgbClr val="777777"/>
                </a:solidFill>
                <a:latin typeface="Pretendard" pitchFamily="34" charset="0"/>
                <a:ea typeface="Pretendard" pitchFamily="34" charset="-122"/>
                <a:cs typeface="Pretendard" pitchFamily="34" charset="-120"/>
              </a:rPr>
              <a:t>한눈에</a:t>
            </a:r>
            <a:endParaRPr lang="en-US" sz="1200" dirty="0"/>
          </a:p>
        </p:txBody>
      </p:sp>
      <p:sp>
        <p:nvSpPr>
          <p:cNvPr id="20" name="조건 카드 5"/>
          <p:cNvSpPr/>
          <p:nvPr/>
        </p:nvSpPr>
        <p:spPr>
          <a:xfrm>
            <a:off x="7117690" y="1234440"/>
            <a:ext cx="1550822" cy="2286000"/>
          </a:xfrm>
          <a:prstGeom prst="roundRect">
            <a:avLst>
              <a:gd name="adj" fmla="val 7075"/>
            </a:avLst>
          </a:prstGeom>
          <a:solidFill>
            <a:srgbClr val="FFFFFF"/>
          </a:solidFill>
          <a:ln w="15875">
            <a:solidFill>
              <a:srgbClr val="C9C9C9"/>
            </a:solidFill>
            <a:prstDash val="solid"/>
          </a:ln>
        </p:spPr>
      </p:sp>
      <p:sp>
        <p:nvSpPr>
          <p:cNvPr id="21" name="Text 19"/>
          <p:cNvSpPr txBox="1"/>
          <p:nvPr/>
        </p:nvSpPr>
        <p:spPr>
          <a:xfrm>
            <a:off x="7300570" y="1371600"/>
            <a:ext cx="1276502" cy="502920"/>
          </a:xfrm>
          <a:prstGeom prst="rect">
            <a:avLst/>
          </a:prstGeom>
          <a:noFill/>
          <a:ln/>
        </p:spPr>
        <p:txBody>
          <a:bodyPr wrap="square" lIns="0" tIns="0" rIns="0" bIns="0" rtlCol="0" anchor="ctr"/>
          <a:lstStyle/>
          <a:p>
            <a:pPr indent="0" marL="0">
              <a:buNone/>
            </a:pPr>
            <a:r>
              <a:rPr lang="en-US" sz="2600" b="1" dirty="0">
                <a:solidFill>
                  <a:srgbClr val="FF6B35"/>
                </a:solidFill>
                <a:latin typeface="Pretendard" pitchFamily="34" charset="0"/>
                <a:ea typeface="Pretendard" pitchFamily="34" charset="-122"/>
                <a:cs typeface="Pretendard" pitchFamily="34" charset="-120"/>
              </a:rPr>
              <a:t>05</a:t>
            </a:r>
            <a:endParaRPr lang="en-US" sz="2600" dirty="0"/>
          </a:p>
        </p:txBody>
      </p:sp>
      <p:sp>
        <p:nvSpPr>
          <p:cNvPr id="22" name="Text 20"/>
          <p:cNvSpPr txBox="1"/>
          <p:nvPr/>
        </p:nvSpPr>
        <p:spPr>
          <a:xfrm>
            <a:off x="7300570" y="1938528"/>
            <a:ext cx="1276502" cy="457200"/>
          </a:xfrm>
          <a:prstGeom prst="rect">
            <a:avLst/>
          </a:prstGeom>
          <a:noFill/>
          <a:ln/>
        </p:spPr>
        <p:txBody>
          <a:bodyPr wrap="square" lIns="0" tIns="0" rIns="0" bIns="0" rtlCol="0" anchor="t"/>
          <a:lstStyle/>
          <a:p>
            <a:pPr indent="0" marL="0">
              <a:buNone/>
            </a:pPr>
            <a:r>
              <a:rPr lang="en-US" sz="1500" b="1" dirty="0">
                <a:solidFill>
                  <a:srgbClr val="333333"/>
                </a:solidFill>
                <a:latin typeface="Pretendard" pitchFamily="34" charset="0"/>
                <a:ea typeface="Pretendard" pitchFamily="34" charset="-122"/>
                <a:cs typeface="Pretendard" pitchFamily="34" charset="-120"/>
              </a:rPr>
              <a:t>출처를 밝히며</a:t>
            </a:r>
            <a:endParaRPr lang="en-US" sz="1500" dirty="0"/>
          </a:p>
        </p:txBody>
      </p:sp>
      <p:sp>
        <p:nvSpPr>
          <p:cNvPr id="23" name="Text 21"/>
          <p:cNvSpPr txBox="1"/>
          <p:nvPr/>
        </p:nvSpPr>
        <p:spPr>
          <a:xfrm>
            <a:off x="7300570" y="2468880"/>
            <a:ext cx="1276502" cy="960120"/>
          </a:xfrm>
          <a:prstGeom prst="rect">
            <a:avLst/>
          </a:prstGeom>
          <a:noFill/>
          <a:ln/>
        </p:spPr>
        <p:txBody>
          <a:bodyPr wrap="square" lIns="0" tIns="0" rIns="0" bIns="0" rtlCol="0" anchor="t"/>
          <a:lstStyle/>
          <a:p>
            <a:pPr indent="0" marL="0">
              <a:buNone/>
            </a:pPr>
            <a:r>
              <a:rPr lang="en-US" sz="1200" dirty="0">
                <a:solidFill>
                  <a:srgbClr val="777777"/>
                </a:solidFill>
                <a:latin typeface="Pretendard" pitchFamily="34" charset="0"/>
                <a:ea typeface="Pretendard" pitchFamily="34" charset="-122"/>
                <a:cs typeface="Pretendard" pitchFamily="34" charset="-120"/>
              </a:rPr>
              <a:t>이미지·글꼴·음악</a:t>
            </a:r>
            <a:endParaRPr lang="en-US" sz="1200" dirty="0"/>
          </a:p>
          <a:p>
            <a:pPr indent="0" marL="0">
              <a:buNone/>
            </a:pPr>
            <a:r>
              <a:rPr lang="en-US" sz="1200" dirty="0">
                <a:solidFill>
                  <a:srgbClr val="777777"/>
                </a:solidFill>
                <a:latin typeface="Pretendard" pitchFamily="34" charset="0"/>
                <a:ea typeface="Pretendard" pitchFamily="34" charset="-122"/>
                <a:cs typeface="Pretendard" pitchFamily="34" charset="-120"/>
              </a:rPr>
              <a:t>출처, 얼굴 사진 금지</a:t>
            </a:r>
            <a:endParaRPr lang="en-US" sz="1200" dirty="0"/>
          </a:p>
        </p:txBody>
      </p:sp>
      <p:sp>
        <p:nvSpPr>
          <p:cNvPr id="24" name="결론 배너"/>
          <p:cNvSpPr/>
          <p:nvPr/>
        </p:nvSpPr>
        <p:spPr>
          <a:xfrm>
            <a:off x="475488" y="3749040"/>
            <a:ext cx="8193024" cy="685800"/>
          </a:xfrm>
          <a:prstGeom prst="roundRect">
            <a:avLst>
              <a:gd name="adj" fmla="val 13333"/>
            </a:avLst>
          </a:prstGeom>
          <a:solidFill>
            <a:srgbClr val="333333"/>
          </a:solidFill>
          <a:ln w="12700">
            <a:solidFill>
              <a:srgbClr val="333333"/>
            </a:solidFill>
            <a:prstDash val="solid"/>
          </a:ln>
        </p:spPr>
      </p:sp>
      <p:sp>
        <p:nvSpPr>
          <p:cNvPr id="25" name="Text 23"/>
          <p:cNvSpPr txBox="1"/>
          <p:nvPr/>
        </p:nvSpPr>
        <p:spPr>
          <a:xfrm>
            <a:off x="475488" y="3749040"/>
            <a:ext cx="8193024" cy="685800"/>
          </a:xfrm>
          <a:prstGeom prst="rect">
            <a:avLst/>
          </a:prstGeom>
          <a:noFill/>
          <a:ln/>
        </p:spPr>
        <p:txBody>
          <a:bodyPr wrap="square" lIns="0" tIns="0" rIns="0" bIns="0" rtlCol="0" anchor="ctr"/>
          <a:lstStyle/>
          <a:p>
            <a:pPr algn="ctr" indent="0" marL="0">
              <a:buNone/>
            </a:pPr>
            <a:r>
              <a:rPr lang="en-US" sz="1700" b="1" dirty="0">
                <a:solidFill>
                  <a:srgbClr val="FFFFFF"/>
                </a:solidFill>
                <a:latin typeface="Pretendard" pitchFamily="34" charset="0"/>
                <a:ea typeface="Pretendard" pitchFamily="34" charset="-122"/>
                <a:cs typeface="Pretendard" pitchFamily="34" charset="-120"/>
              </a:rPr>
              <a:t>유해정보를 전하는 캠페인이 과장하면 그것도 유해정보예요</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제목 표식"/>
          <p:cNvSpPr/>
          <p:nvPr/>
        </p:nvSpPr>
        <p:spPr>
          <a:xfrm>
            <a:off x="480060" y="708660"/>
            <a:ext cx="36576" cy="173736"/>
          </a:xfrm>
          <a:prstGeom prst="rect">
            <a:avLst/>
          </a:prstGeom>
          <a:solidFill>
            <a:srgbClr val="333333"/>
          </a:solidFill>
          <a:ln w="12700">
            <a:solidFill>
              <a:srgbClr val="333333"/>
            </a:solidFill>
            <a:prstDash val="solid"/>
          </a:ln>
        </p:spPr>
      </p:sp>
      <p:sp>
        <p:nvSpPr>
          <p:cNvPr id="3" name="Text 1"/>
          <p:cNvSpPr/>
          <p:nvPr>
            <p:ph idx="101" type="title" hasCustomPrompt="1"/>
          </p:nvPr>
        </p:nvSpPr>
        <p:spPr>
          <a:xfrm>
            <a:off x="630936" y="566928"/>
            <a:ext cx="7863840" cy="457200"/>
          </a:xfrm>
          <a:prstGeom prst="rect">
            <a:avLst/>
          </a:prstGeom>
          <a:noFill/>
          <a:ln/>
        </p:spPr>
        <p:txBody>
          <a:bodyPr wrap="square" lIns="0" tIns="0" rIns="0" bIns="0" rtlCol="0" anchor="ctr"/>
          <a:lstStyle/>
          <a:p>
            <a:pPr algn="l" indent="0" marL="0">
              <a:buNone/>
            </a:pPr>
            <a:r>
              <a:rPr lang="en-US" sz="2800" b="1" dirty="0">
                <a:solidFill>
                  <a:srgbClr val="333333"/>
                </a:solidFill>
                <a:latin typeface="Pretendard" pitchFamily="34" charset="0"/>
                <a:ea typeface="Pretendard" pitchFamily="34" charset="-122"/>
                <a:cs typeface="Pretendard" pitchFamily="34" charset="-120"/>
              </a:rPr>
              <a:t>모둠 기획서</a:t>
            </a:r>
            <a:pPr algn="l" indent="0" marL="0">
              <a:buNone/>
            </a:pPr>
            <a:r>
              <a:rPr lang="en-US" sz="1400" b="1" dirty="0">
                <a:solidFill>
                  <a:srgbClr val="9A9A9A"/>
                </a:solidFill>
                <a:latin typeface="Pretendard" pitchFamily="34" charset="0"/>
                <a:ea typeface="Pretendard" pitchFamily="34" charset="-122"/>
                <a:cs typeface="Pretendard" pitchFamily="34" charset="-120"/>
              </a:rPr>
              <a:t>   Group Mission</a:t>
            </a:r>
            <a:endParaRPr lang="en-US" sz="2800" dirty="0"/>
          </a:p>
        </p:txBody>
      </p:sp>
      <p:sp>
        <p:nvSpPr>
          <p:cNvPr id="4" name="렌즈 행 1"/>
          <p:cNvSpPr/>
          <p:nvPr/>
        </p:nvSpPr>
        <p:spPr>
          <a:xfrm>
            <a:off x="475488" y="1188720"/>
            <a:ext cx="4480560" cy="512064"/>
          </a:xfrm>
          <a:prstGeom prst="roundRect">
            <a:avLst>
              <a:gd name="adj" fmla="val 17857"/>
            </a:avLst>
          </a:prstGeom>
          <a:solidFill>
            <a:srgbClr val="F3F3F3"/>
          </a:solidFill>
          <a:ln w="12700">
            <a:solidFill>
              <a:srgbClr val="F3F3F3"/>
            </a:solidFill>
            <a:prstDash val="solid"/>
          </a:ln>
        </p:spPr>
      </p:sp>
      <p:sp>
        <p:nvSpPr>
          <p:cNvPr id="5" name="Text 3"/>
          <p:cNvSpPr txBox="1"/>
          <p:nvPr/>
        </p:nvSpPr>
        <p:spPr>
          <a:xfrm>
            <a:off x="731520" y="1188720"/>
            <a:ext cx="914400" cy="512064"/>
          </a:xfrm>
          <a:prstGeom prst="rect">
            <a:avLst/>
          </a:prstGeom>
          <a:noFill/>
          <a:ln/>
        </p:spPr>
        <p:txBody>
          <a:bodyPr wrap="square" lIns="0" tIns="0" rIns="0" bIns="0" rtlCol="0" anchor="ctr"/>
          <a:lstStyle/>
          <a:p>
            <a:pPr indent="0" marL="0">
              <a:buNone/>
            </a:pPr>
            <a:r>
              <a:rPr lang="en-US" sz="1500" b="1" dirty="0">
                <a:solidFill>
                  <a:srgbClr val="FF6B35"/>
                </a:solidFill>
                <a:latin typeface="Pretendard" pitchFamily="34" charset="0"/>
                <a:ea typeface="Pretendard" pitchFamily="34" charset="-122"/>
                <a:cs typeface="Pretendard" pitchFamily="34" charset="-120"/>
              </a:rPr>
              <a:t>탐색</a:t>
            </a:r>
            <a:endParaRPr lang="en-US" sz="1500" dirty="0"/>
          </a:p>
        </p:txBody>
      </p:sp>
      <p:sp>
        <p:nvSpPr>
          <p:cNvPr id="6" name="Text 4"/>
          <p:cNvSpPr txBox="1"/>
          <p:nvPr/>
        </p:nvSpPr>
        <p:spPr>
          <a:xfrm>
            <a:off x="1691640" y="1188720"/>
            <a:ext cx="3200400" cy="512064"/>
          </a:xfrm>
          <a:prstGeom prst="rect">
            <a:avLst/>
          </a:prstGeom>
          <a:noFill/>
          <a:ln/>
        </p:spPr>
        <p:txBody>
          <a:bodyPr wrap="square" lIns="0" tIns="0" rIns="0" bIns="0" rtlCol="0" anchor="ctr"/>
          <a:lstStyle/>
          <a:p>
            <a:pPr indent="0" marL="0">
              <a:buNone/>
            </a:pPr>
            <a:r>
              <a:rPr lang="en-US" sz="1300" b="1" dirty="0">
                <a:solidFill>
                  <a:srgbClr val="333333"/>
                </a:solidFill>
                <a:latin typeface="Pretendard" pitchFamily="34" charset="0"/>
                <a:ea typeface="Pretendard" pitchFamily="34" charset="-122"/>
                <a:cs typeface="Pretendard" pitchFamily="34" charset="-120"/>
              </a:rPr>
              <a:t>출처 따라가기</a:t>
            </a:r>
            <a:endParaRPr lang="en-US" sz="1300" dirty="0"/>
          </a:p>
        </p:txBody>
      </p:sp>
      <p:sp>
        <p:nvSpPr>
          <p:cNvPr id="7" name="렌즈 행 2"/>
          <p:cNvSpPr/>
          <p:nvPr/>
        </p:nvSpPr>
        <p:spPr>
          <a:xfrm>
            <a:off x="475488" y="1792224"/>
            <a:ext cx="4480560" cy="512064"/>
          </a:xfrm>
          <a:prstGeom prst="roundRect">
            <a:avLst>
              <a:gd name="adj" fmla="val 17857"/>
            </a:avLst>
          </a:prstGeom>
          <a:solidFill>
            <a:srgbClr val="FFFFFF"/>
          </a:solidFill>
          <a:ln w="15875">
            <a:solidFill>
              <a:srgbClr val="C9C9C9"/>
            </a:solidFill>
            <a:prstDash val="solid"/>
          </a:ln>
        </p:spPr>
      </p:sp>
      <p:sp>
        <p:nvSpPr>
          <p:cNvPr id="8" name="Text 6"/>
          <p:cNvSpPr txBox="1"/>
          <p:nvPr/>
        </p:nvSpPr>
        <p:spPr>
          <a:xfrm>
            <a:off x="731520" y="1792224"/>
            <a:ext cx="914400" cy="512064"/>
          </a:xfrm>
          <a:prstGeom prst="rect">
            <a:avLst/>
          </a:prstGeom>
          <a:noFill/>
          <a:ln/>
        </p:spPr>
        <p:txBody>
          <a:bodyPr wrap="square" lIns="0" tIns="0" rIns="0" bIns="0" rtlCol="0" anchor="ctr"/>
          <a:lstStyle/>
          <a:p>
            <a:pPr indent="0" marL="0">
              <a:buNone/>
            </a:pPr>
            <a:r>
              <a:rPr lang="en-US" sz="1500" b="1" dirty="0">
                <a:solidFill>
                  <a:srgbClr val="FF6B35"/>
                </a:solidFill>
                <a:latin typeface="Pretendard" pitchFamily="34" charset="0"/>
                <a:ea typeface="Pretendard" pitchFamily="34" charset="-122"/>
                <a:cs typeface="Pretendard" pitchFamily="34" charset="-120"/>
              </a:rPr>
              <a:t>진단</a:t>
            </a:r>
            <a:endParaRPr lang="en-US" sz="1500" dirty="0"/>
          </a:p>
        </p:txBody>
      </p:sp>
      <p:sp>
        <p:nvSpPr>
          <p:cNvPr id="9" name="Text 7"/>
          <p:cNvSpPr txBox="1"/>
          <p:nvPr/>
        </p:nvSpPr>
        <p:spPr>
          <a:xfrm>
            <a:off x="1691640" y="1792224"/>
            <a:ext cx="3200400" cy="512064"/>
          </a:xfrm>
          <a:prstGeom prst="rect">
            <a:avLst/>
          </a:prstGeom>
          <a:noFill/>
          <a:ln/>
        </p:spPr>
        <p:txBody>
          <a:bodyPr wrap="square" lIns="0" tIns="0" rIns="0" bIns="0" rtlCol="0" anchor="ctr"/>
          <a:lstStyle/>
          <a:p>
            <a:pPr indent="0" marL="0">
              <a:buNone/>
            </a:pPr>
            <a:r>
              <a:rPr lang="en-US" sz="1300" b="1" dirty="0">
                <a:solidFill>
                  <a:srgbClr val="333333"/>
                </a:solidFill>
                <a:latin typeface="Pretendard" pitchFamily="34" charset="0"/>
                <a:ea typeface="Pretendard" pitchFamily="34" charset="-122"/>
                <a:cs typeface="Pretendard" pitchFamily="34" charset="-120"/>
              </a:rPr>
              <a:t>몸과 마음에 이로운 정보</a:t>
            </a:r>
            <a:endParaRPr lang="en-US" sz="1300" dirty="0"/>
          </a:p>
        </p:txBody>
      </p:sp>
      <p:sp>
        <p:nvSpPr>
          <p:cNvPr id="10" name="렌즈 행 3"/>
          <p:cNvSpPr/>
          <p:nvPr/>
        </p:nvSpPr>
        <p:spPr>
          <a:xfrm>
            <a:off x="475488" y="2395728"/>
            <a:ext cx="4480560" cy="512064"/>
          </a:xfrm>
          <a:prstGeom prst="roundRect">
            <a:avLst>
              <a:gd name="adj" fmla="val 17857"/>
            </a:avLst>
          </a:prstGeom>
          <a:solidFill>
            <a:srgbClr val="F3F3F3"/>
          </a:solidFill>
          <a:ln w="12700">
            <a:solidFill>
              <a:srgbClr val="F3F3F3"/>
            </a:solidFill>
            <a:prstDash val="solid"/>
          </a:ln>
        </p:spPr>
      </p:sp>
      <p:sp>
        <p:nvSpPr>
          <p:cNvPr id="11" name="Text 9"/>
          <p:cNvSpPr txBox="1"/>
          <p:nvPr/>
        </p:nvSpPr>
        <p:spPr>
          <a:xfrm>
            <a:off x="731520" y="2395728"/>
            <a:ext cx="914400" cy="512064"/>
          </a:xfrm>
          <a:prstGeom prst="rect">
            <a:avLst/>
          </a:prstGeom>
          <a:noFill/>
          <a:ln/>
        </p:spPr>
        <p:txBody>
          <a:bodyPr wrap="square" lIns="0" tIns="0" rIns="0" bIns="0" rtlCol="0" anchor="ctr"/>
          <a:lstStyle/>
          <a:p>
            <a:pPr indent="0" marL="0">
              <a:buNone/>
            </a:pPr>
            <a:r>
              <a:rPr lang="en-US" sz="1500" b="1" dirty="0">
                <a:solidFill>
                  <a:srgbClr val="FF6B35"/>
                </a:solidFill>
                <a:latin typeface="Pretendard" pitchFamily="34" charset="0"/>
                <a:ea typeface="Pretendard" pitchFamily="34" charset="-122"/>
                <a:cs typeface="Pretendard" pitchFamily="34" charset="-120"/>
              </a:rPr>
              <a:t>공론</a:t>
            </a:r>
            <a:endParaRPr lang="en-US" sz="1500" dirty="0"/>
          </a:p>
        </p:txBody>
      </p:sp>
      <p:sp>
        <p:nvSpPr>
          <p:cNvPr id="12" name="Text 10"/>
          <p:cNvSpPr txBox="1"/>
          <p:nvPr/>
        </p:nvSpPr>
        <p:spPr>
          <a:xfrm>
            <a:off x="1691640" y="2395728"/>
            <a:ext cx="3200400" cy="512064"/>
          </a:xfrm>
          <a:prstGeom prst="rect">
            <a:avLst/>
          </a:prstGeom>
          <a:noFill/>
          <a:ln/>
        </p:spPr>
        <p:txBody>
          <a:bodyPr wrap="square" lIns="0" tIns="0" rIns="0" bIns="0" rtlCol="0" anchor="ctr"/>
          <a:lstStyle/>
          <a:p>
            <a:pPr indent="0" marL="0">
              <a:buNone/>
            </a:pPr>
            <a:r>
              <a:rPr lang="en-US" sz="1300" b="1" dirty="0">
                <a:solidFill>
                  <a:srgbClr val="333333"/>
                </a:solidFill>
                <a:latin typeface="Pretendard" pitchFamily="34" charset="0"/>
                <a:ea typeface="Pretendard" pitchFamily="34" charset="-122"/>
                <a:cs typeface="Pretendard" pitchFamily="34" charset="-120"/>
              </a:rPr>
              <a:t>함께 말하고 도움 구하기</a:t>
            </a:r>
            <a:endParaRPr lang="en-US" sz="1300" dirty="0"/>
          </a:p>
        </p:txBody>
      </p:sp>
      <p:sp>
        <p:nvSpPr>
          <p:cNvPr id="13" name="렌즈 행 4"/>
          <p:cNvSpPr/>
          <p:nvPr/>
        </p:nvSpPr>
        <p:spPr>
          <a:xfrm>
            <a:off x="475488" y="2999232"/>
            <a:ext cx="4480560" cy="512064"/>
          </a:xfrm>
          <a:prstGeom prst="roundRect">
            <a:avLst>
              <a:gd name="adj" fmla="val 17857"/>
            </a:avLst>
          </a:prstGeom>
          <a:solidFill>
            <a:srgbClr val="FFFFFF"/>
          </a:solidFill>
          <a:ln w="15875">
            <a:solidFill>
              <a:srgbClr val="C9C9C9"/>
            </a:solidFill>
            <a:prstDash val="solid"/>
          </a:ln>
        </p:spPr>
      </p:sp>
      <p:sp>
        <p:nvSpPr>
          <p:cNvPr id="14" name="Text 12"/>
          <p:cNvSpPr txBox="1"/>
          <p:nvPr/>
        </p:nvSpPr>
        <p:spPr>
          <a:xfrm>
            <a:off x="731520" y="2999232"/>
            <a:ext cx="914400" cy="512064"/>
          </a:xfrm>
          <a:prstGeom prst="rect">
            <a:avLst/>
          </a:prstGeom>
          <a:noFill/>
          <a:ln/>
        </p:spPr>
        <p:txBody>
          <a:bodyPr wrap="square" lIns="0" tIns="0" rIns="0" bIns="0" rtlCol="0" anchor="ctr"/>
          <a:lstStyle/>
          <a:p>
            <a:pPr indent="0" marL="0">
              <a:buNone/>
            </a:pPr>
            <a:r>
              <a:rPr lang="en-US" sz="1500" b="1" dirty="0">
                <a:solidFill>
                  <a:srgbClr val="FF6B35"/>
                </a:solidFill>
                <a:latin typeface="Pretendard" pitchFamily="34" charset="0"/>
                <a:ea typeface="Pretendard" pitchFamily="34" charset="-122"/>
                <a:cs typeface="Pretendard" pitchFamily="34" charset="-120"/>
              </a:rPr>
              <a:t>구조</a:t>
            </a:r>
            <a:endParaRPr lang="en-US" sz="1500" dirty="0"/>
          </a:p>
        </p:txBody>
      </p:sp>
      <p:sp>
        <p:nvSpPr>
          <p:cNvPr id="15" name="Text 13"/>
          <p:cNvSpPr txBox="1"/>
          <p:nvPr/>
        </p:nvSpPr>
        <p:spPr>
          <a:xfrm>
            <a:off x="1691640" y="2999232"/>
            <a:ext cx="3200400" cy="512064"/>
          </a:xfrm>
          <a:prstGeom prst="rect">
            <a:avLst/>
          </a:prstGeom>
          <a:noFill/>
          <a:ln/>
        </p:spPr>
        <p:txBody>
          <a:bodyPr wrap="square" lIns="0" tIns="0" rIns="0" bIns="0" rtlCol="0" anchor="ctr"/>
          <a:lstStyle/>
          <a:p>
            <a:pPr indent="0" marL="0">
              <a:buNone/>
            </a:pPr>
            <a:r>
              <a:rPr lang="en-US" sz="1300" b="1" dirty="0">
                <a:solidFill>
                  <a:srgbClr val="333333"/>
                </a:solidFill>
                <a:latin typeface="Pretendard" pitchFamily="34" charset="0"/>
                <a:ea typeface="Pretendard" pitchFamily="34" charset="-122"/>
                <a:cs typeface="Pretendard" pitchFamily="34" charset="-120"/>
              </a:rPr>
              <a:t>추천이 정보를 고르는 방식</a:t>
            </a:r>
            <a:endParaRPr lang="en-US" sz="1300" dirty="0"/>
          </a:p>
        </p:txBody>
      </p:sp>
      <p:sp>
        <p:nvSpPr>
          <p:cNvPr id="16" name="렌즈 행 5"/>
          <p:cNvSpPr/>
          <p:nvPr/>
        </p:nvSpPr>
        <p:spPr>
          <a:xfrm>
            <a:off x="475488" y="3602736"/>
            <a:ext cx="4480560" cy="512064"/>
          </a:xfrm>
          <a:prstGeom prst="roundRect">
            <a:avLst>
              <a:gd name="adj" fmla="val 17857"/>
            </a:avLst>
          </a:prstGeom>
          <a:solidFill>
            <a:srgbClr val="F3F3F3"/>
          </a:solidFill>
          <a:ln w="12700">
            <a:solidFill>
              <a:srgbClr val="F3F3F3"/>
            </a:solidFill>
            <a:prstDash val="solid"/>
          </a:ln>
        </p:spPr>
      </p:sp>
      <p:sp>
        <p:nvSpPr>
          <p:cNvPr id="17" name="Text 15"/>
          <p:cNvSpPr txBox="1"/>
          <p:nvPr/>
        </p:nvSpPr>
        <p:spPr>
          <a:xfrm>
            <a:off x="731520" y="3602736"/>
            <a:ext cx="914400" cy="512064"/>
          </a:xfrm>
          <a:prstGeom prst="rect">
            <a:avLst/>
          </a:prstGeom>
          <a:noFill/>
          <a:ln/>
        </p:spPr>
        <p:txBody>
          <a:bodyPr wrap="square" lIns="0" tIns="0" rIns="0" bIns="0" rtlCol="0" anchor="ctr"/>
          <a:lstStyle/>
          <a:p>
            <a:pPr indent="0" marL="0">
              <a:buNone/>
            </a:pPr>
            <a:r>
              <a:rPr lang="en-US" sz="1500" b="1" dirty="0">
                <a:solidFill>
                  <a:srgbClr val="FF6B35"/>
                </a:solidFill>
                <a:latin typeface="Pretendard" pitchFamily="34" charset="0"/>
                <a:ea typeface="Pretendard" pitchFamily="34" charset="-122"/>
                <a:cs typeface="Pretendard" pitchFamily="34" charset="-120"/>
              </a:rPr>
              <a:t>생활</a:t>
            </a:r>
            <a:endParaRPr lang="en-US" sz="1500" dirty="0"/>
          </a:p>
        </p:txBody>
      </p:sp>
      <p:sp>
        <p:nvSpPr>
          <p:cNvPr id="18" name="Text 16"/>
          <p:cNvSpPr txBox="1"/>
          <p:nvPr/>
        </p:nvSpPr>
        <p:spPr>
          <a:xfrm>
            <a:off x="1691640" y="3602736"/>
            <a:ext cx="3200400" cy="512064"/>
          </a:xfrm>
          <a:prstGeom prst="rect">
            <a:avLst/>
          </a:prstGeom>
          <a:noFill/>
          <a:ln/>
        </p:spPr>
        <p:txBody>
          <a:bodyPr wrap="square" lIns="0" tIns="0" rIns="0" bIns="0" rtlCol="0" anchor="ctr"/>
          <a:lstStyle/>
          <a:p>
            <a:pPr indent="0" marL="0">
              <a:buNone/>
            </a:pPr>
            <a:r>
              <a:rPr lang="en-US" sz="1300" b="1" dirty="0">
                <a:solidFill>
                  <a:srgbClr val="333333"/>
                </a:solidFill>
                <a:latin typeface="Pretendard" pitchFamily="34" charset="0"/>
                <a:ea typeface="Pretendard" pitchFamily="34" charset="-122"/>
                <a:cs typeface="Pretendard" pitchFamily="34" charset="-120"/>
              </a:rPr>
              <a:t>광고·후기 읽기</a:t>
            </a:r>
            <a:endParaRPr lang="en-US" sz="1300" dirty="0"/>
          </a:p>
        </p:txBody>
      </p:sp>
      <p:sp>
        <p:nvSpPr>
          <p:cNvPr id="19" name="미션 방법 카드"/>
          <p:cNvSpPr/>
          <p:nvPr/>
        </p:nvSpPr>
        <p:spPr>
          <a:xfrm>
            <a:off x="5166360" y="1188720"/>
            <a:ext cx="3502152" cy="3017520"/>
          </a:xfrm>
          <a:prstGeom prst="roundRect">
            <a:avLst>
              <a:gd name="adj" fmla="val 3636"/>
            </a:avLst>
          </a:prstGeom>
          <a:solidFill>
            <a:srgbClr val="FDEBE1"/>
          </a:solidFill>
          <a:ln w="22225">
            <a:solidFill>
              <a:srgbClr val="FF6B35"/>
            </a:solidFill>
            <a:prstDash val="dash"/>
          </a:ln>
        </p:spPr>
      </p:sp>
      <p:sp>
        <p:nvSpPr>
          <p:cNvPr id="20" name="미션 라벨"/>
          <p:cNvSpPr/>
          <p:nvPr/>
        </p:nvSpPr>
        <p:spPr>
          <a:xfrm>
            <a:off x="5422392" y="1371600"/>
            <a:ext cx="1097280" cy="329184"/>
          </a:xfrm>
          <a:prstGeom prst="roundRect">
            <a:avLst>
              <a:gd name="adj" fmla="val 22222"/>
            </a:avLst>
          </a:prstGeom>
          <a:solidFill>
            <a:srgbClr val="FFFFFF"/>
          </a:solidFill>
          <a:ln w="12700">
            <a:solidFill>
              <a:srgbClr val="FFFFFF"/>
            </a:solidFill>
            <a:prstDash val="solid"/>
          </a:ln>
        </p:spPr>
      </p:sp>
      <p:sp>
        <p:nvSpPr>
          <p:cNvPr id="21" name="Text 19"/>
          <p:cNvSpPr txBox="1"/>
          <p:nvPr/>
        </p:nvSpPr>
        <p:spPr>
          <a:xfrm>
            <a:off x="5422392" y="1371600"/>
            <a:ext cx="1097280" cy="329184"/>
          </a:xfrm>
          <a:prstGeom prst="rect">
            <a:avLst/>
          </a:prstGeom>
          <a:noFill/>
          <a:ln/>
        </p:spPr>
        <p:txBody>
          <a:bodyPr wrap="square" lIns="0" tIns="0" rIns="0" bIns="0" rtlCol="0" anchor="ctr"/>
          <a:lstStyle/>
          <a:p>
            <a:pPr algn="ctr" indent="0" marL="0">
              <a:buNone/>
            </a:pPr>
            <a:r>
              <a:rPr lang="en-US" sz="1200" b="1" dirty="0">
                <a:solidFill>
                  <a:srgbClr val="FF6B35"/>
                </a:solidFill>
                <a:latin typeface="Pretendard" pitchFamily="34" charset="0"/>
                <a:ea typeface="Pretendard" pitchFamily="34" charset="-122"/>
                <a:cs typeface="Pretendard" pitchFamily="34" charset="-120"/>
              </a:rPr>
              <a:t>MISSION</a:t>
            </a:r>
            <a:endParaRPr lang="en-US" sz="1200" dirty="0"/>
          </a:p>
        </p:txBody>
      </p:sp>
      <p:sp>
        <p:nvSpPr>
          <p:cNvPr id="22" name="Text 20"/>
          <p:cNvSpPr txBox="1"/>
          <p:nvPr/>
        </p:nvSpPr>
        <p:spPr>
          <a:xfrm>
            <a:off x="5422392" y="1874520"/>
            <a:ext cx="3063240"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33333"/>
                </a:solidFill>
                <a:latin typeface="Pretendard" pitchFamily="34" charset="0"/>
                <a:ea typeface="Pretendard" pitchFamily="34" charset="-122"/>
                <a:cs typeface="Pretendard" pitchFamily="34" charset="-120"/>
              </a:rPr>
              <a:t>렌즈를 하나 골라요</a:t>
            </a:r>
            <a:endParaRPr lang="en-US" sz="1300" dirty="0"/>
          </a:p>
          <a:p>
            <a:pPr marL="342900" indent="-342900">
              <a:spcAft>
                <a:spcPts val="600"/>
              </a:spcAft>
              <a:buSzPct val="100000"/>
              <a:buChar char="•"/>
            </a:pPr>
            <a:r>
              <a:rPr lang="en-US" sz="1300" dirty="0">
                <a:solidFill>
                  <a:srgbClr val="333333"/>
                </a:solidFill>
                <a:latin typeface="Pretendard" pitchFamily="34" charset="0"/>
                <a:ea typeface="Pretendard" pitchFamily="34" charset="-122"/>
                <a:cs typeface="Pretendard" pitchFamily="34" charset="-120"/>
              </a:rPr>
              <a:t>대상·핵심 메시지·매체를 정해요</a:t>
            </a:r>
            <a:endParaRPr lang="en-US" sz="1300" dirty="0"/>
          </a:p>
          <a:p>
            <a:pPr marL="342900" indent="-342900">
              <a:spcAft>
                <a:spcPts val="600"/>
              </a:spcAft>
              <a:buSzPct val="100000"/>
              <a:buChar char="•"/>
            </a:pPr>
            <a:r>
              <a:rPr lang="en-US" sz="1300" dirty="0">
                <a:solidFill>
                  <a:srgbClr val="333333"/>
                </a:solidFill>
                <a:latin typeface="Pretendard" pitchFamily="34" charset="0"/>
                <a:ea typeface="Pretendard" pitchFamily="34" charset="-122"/>
                <a:cs typeface="Pretendard" pitchFamily="34" charset="-120"/>
              </a:rPr>
              <a:t>꼭 넣을 도구를 골라요</a:t>
            </a:r>
            <a:endParaRPr lang="en-US" sz="1300" dirty="0"/>
          </a:p>
          <a:p>
            <a:pPr marL="342900" indent="-342900">
              <a:spcAft>
                <a:spcPts val="600"/>
              </a:spcAft>
              <a:buSzPct val="100000"/>
              <a:buChar char="•"/>
            </a:pPr>
            <a:r>
              <a:rPr lang="en-US" sz="1300" dirty="0">
                <a:solidFill>
                  <a:srgbClr val="333333"/>
                </a:solidFill>
                <a:latin typeface="Pretendard" pitchFamily="34" charset="0"/>
                <a:ea typeface="Pretendard" pitchFamily="34" charset="-122"/>
                <a:cs typeface="Pretendard" pitchFamily="34" charset="-120"/>
              </a:rPr>
              <a:t>출처·저작권을 점검해요</a:t>
            </a:r>
            <a:endParaRPr lang="en-US" sz="1300" dirty="0"/>
          </a:p>
        </p:txBody>
      </p:sp>
      <p:sp>
        <p:nvSpPr>
          <p:cNvPr id="23" name="Text 21"/>
          <p:cNvSpPr txBox="1"/>
          <p:nvPr/>
        </p:nvSpPr>
        <p:spPr>
          <a:xfrm>
            <a:off x="5422392" y="3657600"/>
            <a:ext cx="3063240" cy="365760"/>
          </a:xfrm>
          <a:prstGeom prst="rect">
            <a:avLst/>
          </a:prstGeom>
          <a:noFill/>
          <a:ln/>
        </p:spPr>
        <p:txBody>
          <a:bodyPr wrap="square" lIns="0" tIns="0" rIns="0" bIns="0" rtlCol="0" anchor="ctr"/>
          <a:lstStyle/>
          <a:p>
            <a:pPr indent="0" marL="0">
              <a:buNone/>
            </a:pPr>
            <a:r>
              <a:rPr lang="en-US" sz="1300" b="1" dirty="0">
                <a:solidFill>
                  <a:srgbClr val="FF6B35"/>
                </a:solidFill>
                <a:latin typeface="Pretendard" pitchFamily="34" charset="0"/>
                <a:ea typeface="Pretendard" pitchFamily="34" charset="-122"/>
                <a:cs typeface="Pretendard" pitchFamily="34" charset="-120"/>
              </a:rPr>
              <a:t>9분 · 모둠 기획서(활동 2)</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제목 표식"/>
          <p:cNvSpPr/>
          <p:nvPr/>
        </p:nvSpPr>
        <p:spPr>
          <a:xfrm>
            <a:off x="480060" y="708660"/>
            <a:ext cx="36576" cy="173736"/>
          </a:xfrm>
          <a:prstGeom prst="rect">
            <a:avLst/>
          </a:prstGeom>
          <a:solidFill>
            <a:srgbClr val="333333"/>
          </a:solidFill>
          <a:ln w="12700">
            <a:solidFill>
              <a:srgbClr val="333333"/>
            </a:solidFill>
            <a:prstDash val="solid"/>
          </a:ln>
        </p:spPr>
      </p:sp>
      <p:sp>
        <p:nvSpPr>
          <p:cNvPr id="3" name="Text 1"/>
          <p:cNvSpPr/>
          <p:nvPr>
            <p:ph idx="101" type="title" hasCustomPrompt="1"/>
          </p:nvPr>
        </p:nvSpPr>
        <p:spPr>
          <a:xfrm>
            <a:off x="630936" y="566928"/>
            <a:ext cx="7863840" cy="457200"/>
          </a:xfrm>
          <a:prstGeom prst="rect">
            <a:avLst/>
          </a:prstGeom>
          <a:noFill/>
          <a:ln/>
        </p:spPr>
        <p:txBody>
          <a:bodyPr wrap="square" lIns="0" tIns="0" rIns="0" bIns="0" rtlCol="0" anchor="ctr"/>
          <a:lstStyle/>
          <a:p>
            <a:pPr algn="l" indent="0" marL="0">
              <a:buNone/>
            </a:pPr>
            <a:r>
              <a:rPr lang="en-US" sz="2800" b="1" dirty="0">
                <a:solidFill>
                  <a:srgbClr val="333333"/>
                </a:solidFill>
                <a:latin typeface="Pretendard" pitchFamily="34" charset="0"/>
                <a:ea typeface="Pretendard" pitchFamily="34" charset="-122"/>
                <a:cs typeface="Pretendard" pitchFamily="34" charset="-120"/>
              </a:rPr>
              <a:t>갤러리 워크 점검</a:t>
            </a:r>
            <a:pPr algn="l" indent="0" marL="0">
              <a:buNone/>
            </a:pPr>
            <a:r>
              <a:rPr lang="en-US" sz="1400" b="1" dirty="0">
                <a:solidFill>
                  <a:srgbClr val="9A9A9A"/>
                </a:solidFill>
                <a:latin typeface="Pretendard" pitchFamily="34" charset="0"/>
                <a:ea typeface="Pretendard" pitchFamily="34" charset="-122"/>
                <a:cs typeface="Pretendard" pitchFamily="34" charset="-120"/>
              </a:rPr>
              <a:t>   Gallery Walk</a:t>
            </a:r>
            <a:endParaRPr lang="en-US" sz="2800" dirty="0"/>
          </a:p>
        </p:txBody>
      </p:sp>
      <p:sp>
        <p:nvSpPr>
          <p:cNvPr id="4" name="점검 카드"/>
          <p:cNvSpPr/>
          <p:nvPr/>
        </p:nvSpPr>
        <p:spPr>
          <a:xfrm>
            <a:off x="475488" y="1234440"/>
            <a:ext cx="4206240" cy="3200400"/>
          </a:xfrm>
          <a:prstGeom prst="roundRect">
            <a:avLst>
              <a:gd name="adj" fmla="val 4000"/>
            </a:avLst>
          </a:prstGeom>
          <a:solidFill>
            <a:srgbClr val="F3F3F3"/>
          </a:solidFill>
          <a:ln w="12700">
            <a:solidFill>
              <a:srgbClr val="F3F3F3"/>
            </a:solidFill>
            <a:prstDash val="solid"/>
          </a:ln>
        </p:spPr>
      </p:sp>
      <p:sp>
        <p:nvSpPr>
          <p:cNvPr id="5" name="Text 3"/>
          <p:cNvSpPr txBox="1"/>
          <p:nvPr/>
        </p:nvSpPr>
        <p:spPr>
          <a:xfrm>
            <a:off x="777240" y="1417320"/>
            <a:ext cx="3200400" cy="411480"/>
          </a:xfrm>
          <a:prstGeom prst="rect">
            <a:avLst/>
          </a:prstGeom>
          <a:noFill/>
          <a:ln/>
        </p:spPr>
        <p:txBody>
          <a:bodyPr wrap="square" lIns="0" tIns="0" rIns="0" bIns="0" rtlCol="0" anchor="ctr"/>
          <a:lstStyle/>
          <a:p>
            <a:pPr indent="0" marL="0">
              <a:buNone/>
            </a:pPr>
            <a:r>
              <a:rPr lang="en-US" sz="1900" b="1" dirty="0">
                <a:solidFill>
                  <a:srgbClr val="333333"/>
                </a:solidFill>
                <a:latin typeface="Pretendard" pitchFamily="34" charset="0"/>
                <a:ea typeface="Pretendard" pitchFamily="34" charset="-122"/>
                <a:cs typeface="Pretendard" pitchFamily="34" charset="-120"/>
              </a:rPr>
              <a:t>점검 기준 5가지</a:t>
            </a:r>
            <a:endParaRPr lang="en-US" sz="1900" dirty="0"/>
          </a:p>
        </p:txBody>
      </p:sp>
      <p:sp>
        <p:nvSpPr>
          <p:cNvPr id="6" name="카드 구분선 1"/>
          <p:cNvSpPr/>
          <p:nvPr/>
        </p:nvSpPr>
        <p:spPr>
          <a:xfrm>
            <a:off x="777240" y="1920240"/>
            <a:ext cx="3611880" cy="0"/>
          </a:xfrm>
          <a:prstGeom prst="line">
            <a:avLst/>
          </a:prstGeom>
          <a:noFill/>
          <a:ln w="12700">
            <a:solidFill>
              <a:srgbClr val="C9C9C9"/>
            </a:solidFill>
            <a:prstDash val="solid"/>
          </a:ln>
        </p:spPr>
      </p:sp>
      <p:sp>
        <p:nvSpPr>
          <p:cNvPr id="7" name="Text 5"/>
          <p:cNvSpPr txBox="1"/>
          <p:nvPr/>
        </p:nvSpPr>
        <p:spPr>
          <a:xfrm>
            <a:off x="777240" y="2057400"/>
            <a:ext cx="548640" cy="411480"/>
          </a:xfrm>
          <a:prstGeom prst="rect">
            <a:avLst/>
          </a:prstGeom>
          <a:noFill/>
          <a:ln/>
        </p:spPr>
        <p:txBody>
          <a:bodyPr wrap="square" lIns="0" tIns="0" rIns="0" bIns="0" rtlCol="0" anchor="ctr"/>
          <a:lstStyle/>
          <a:p>
            <a:pPr indent="0" marL="0">
              <a:buNone/>
            </a:pPr>
            <a:r>
              <a:rPr lang="en-US" sz="1600" b="1" dirty="0">
                <a:solidFill>
                  <a:srgbClr val="FF6B35"/>
                </a:solidFill>
                <a:latin typeface="Pretendard" pitchFamily="34" charset="0"/>
                <a:ea typeface="Pretendard" pitchFamily="34" charset="-122"/>
                <a:cs typeface="Pretendard" pitchFamily="34" charset="-120"/>
              </a:rPr>
              <a:t>01</a:t>
            </a:r>
            <a:endParaRPr lang="en-US" sz="1600" dirty="0"/>
          </a:p>
        </p:txBody>
      </p:sp>
      <p:sp>
        <p:nvSpPr>
          <p:cNvPr id="8" name="Text 6"/>
          <p:cNvSpPr txBox="1"/>
          <p:nvPr/>
        </p:nvSpPr>
        <p:spPr>
          <a:xfrm>
            <a:off x="1371600" y="2057400"/>
            <a:ext cx="2926080" cy="411480"/>
          </a:xfrm>
          <a:prstGeom prst="rect">
            <a:avLst/>
          </a:prstGeom>
          <a:noFill/>
          <a:ln/>
        </p:spPr>
        <p:txBody>
          <a:bodyPr wrap="square" lIns="0" tIns="0" rIns="0" bIns="0" rtlCol="0" anchor="ctr"/>
          <a:lstStyle/>
          <a:p>
            <a:pPr indent="0" marL="0">
              <a:buNone/>
            </a:pPr>
            <a:r>
              <a:rPr lang="en-US" sz="1400" b="1" dirty="0">
                <a:solidFill>
                  <a:srgbClr val="333333"/>
                </a:solidFill>
                <a:latin typeface="Pretendard" pitchFamily="34" charset="0"/>
                <a:ea typeface="Pretendard" pitchFamily="34" charset="-122"/>
                <a:cs typeface="Pretendard" pitchFamily="34" charset="-120"/>
              </a:rPr>
              <a:t>정확한가?</a:t>
            </a:r>
            <a:endParaRPr lang="en-US" sz="1400" dirty="0"/>
          </a:p>
        </p:txBody>
      </p:sp>
      <p:sp>
        <p:nvSpPr>
          <p:cNvPr id="9" name="Text 7"/>
          <p:cNvSpPr txBox="1"/>
          <p:nvPr/>
        </p:nvSpPr>
        <p:spPr>
          <a:xfrm>
            <a:off x="777240" y="2514600"/>
            <a:ext cx="548640" cy="411480"/>
          </a:xfrm>
          <a:prstGeom prst="rect">
            <a:avLst/>
          </a:prstGeom>
          <a:noFill/>
          <a:ln/>
        </p:spPr>
        <p:txBody>
          <a:bodyPr wrap="square" lIns="0" tIns="0" rIns="0" bIns="0" rtlCol="0" anchor="ctr"/>
          <a:lstStyle/>
          <a:p>
            <a:pPr indent="0" marL="0">
              <a:buNone/>
            </a:pPr>
            <a:r>
              <a:rPr lang="en-US" sz="1600" b="1" dirty="0">
                <a:solidFill>
                  <a:srgbClr val="FF6B35"/>
                </a:solidFill>
                <a:latin typeface="Pretendard" pitchFamily="34" charset="0"/>
                <a:ea typeface="Pretendard" pitchFamily="34" charset="-122"/>
                <a:cs typeface="Pretendard" pitchFamily="34" charset="-120"/>
              </a:rPr>
              <a:t>02</a:t>
            </a:r>
            <a:endParaRPr lang="en-US" sz="1600" dirty="0"/>
          </a:p>
        </p:txBody>
      </p:sp>
      <p:sp>
        <p:nvSpPr>
          <p:cNvPr id="10" name="Text 8"/>
          <p:cNvSpPr txBox="1"/>
          <p:nvPr/>
        </p:nvSpPr>
        <p:spPr>
          <a:xfrm>
            <a:off x="1371600" y="2514600"/>
            <a:ext cx="2926080" cy="411480"/>
          </a:xfrm>
          <a:prstGeom prst="rect">
            <a:avLst/>
          </a:prstGeom>
          <a:noFill/>
          <a:ln/>
        </p:spPr>
        <p:txBody>
          <a:bodyPr wrap="square" lIns="0" tIns="0" rIns="0" bIns="0" rtlCol="0" anchor="ctr"/>
          <a:lstStyle/>
          <a:p>
            <a:pPr indent="0" marL="0">
              <a:buNone/>
            </a:pPr>
            <a:r>
              <a:rPr lang="en-US" sz="1400" b="1" dirty="0">
                <a:solidFill>
                  <a:srgbClr val="333333"/>
                </a:solidFill>
                <a:latin typeface="Pretendard" pitchFamily="34" charset="0"/>
                <a:ea typeface="Pretendard" pitchFamily="34" charset="-122"/>
                <a:cs typeface="Pretendard" pitchFamily="34" charset="-120"/>
              </a:rPr>
              <a:t>존중하는가?</a:t>
            </a:r>
            <a:endParaRPr lang="en-US" sz="1400" dirty="0"/>
          </a:p>
        </p:txBody>
      </p:sp>
      <p:sp>
        <p:nvSpPr>
          <p:cNvPr id="11" name="Text 9"/>
          <p:cNvSpPr txBox="1"/>
          <p:nvPr/>
        </p:nvSpPr>
        <p:spPr>
          <a:xfrm>
            <a:off x="777240" y="2971800"/>
            <a:ext cx="548640" cy="411480"/>
          </a:xfrm>
          <a:prstGeom prst="rect">
            <a:avLst/>
          </a:prstGeom>
          <a:noFill/>
          <a:ln/>
        </p:spPr>
        <p:txBody>
          <a:bodyPr wrap="square" lIns="0" tIns="0" rIns="0" bIns="0" rtlCol="0" anchor="ctr"/>
          <a:lstStyle/>
          <a:p>
            <a:pPr indent="0" marL="0">
              <a:buNone/>
            </a:pPr>
            <a:r>
              <a:rPr lang="en-US" sz="1600" b="1" dirty="0">
                <a:solidFill>
                  <a:srgbClr val="FF6B35"/>
                </a:solidFill>
                <a:latin typeface="Pretendard" pitchFamily="34" charset="0"/>
                <a:ea typeface="Pretendard" pitchFamily="34" charset="-122"/>
                <a:cs typeface="Pretendard" pitchFamily="34" charset="-120"/>
              </a:rPr>
              <a:t>03</a:t>
            </a:r>
            <a:endParaRPr lang="en-US" sz="1600" dirty="0"/>
          </a:p>
        </p:txBody>
      </p:sp>
      <p:sp>
        <p:nvSpPr>
          <p:cNvPr id="12" name="Text 10"/>
          <p:cNvSpPr txBox="1"/>
          <p:nvPr/>
        </p:nvSpPr>
        <p:spPr>
          <a:xfrm>
            <a:off x="1371600" y="2971800"/>
            <a:ext cx="2926080" cy="411480"/>
          </a:xfrm>
          <a:prstGeom prst="rect">
            <a:avLst/>
          </a:prstGeom>
          <a:noFill/>
          <a:ln/>
        </p:spPr>
        <p:txBody>
          <a:bodyPr wrap="square" lIns="0" tIns="0" rIns="0" bIns="0" rtlCol="0" anchor="ctr"/>
          <a:lstStyle/>
          <a:p>
            <a:pPr indent="0" marL="0">
              <a:buNone/>
            </a:pPr>
            <a:r>
              <a:rPr lang="en-US" sz="1400" b="1" dirty="0">
                <a:solidFill>
                  <a:srgbClr val="333333"/>
                </a:solidFill>
                <a:latin typeface="Pretendard" pitchFamily="34" charset="0"/>
                <a:ea typeface="Pretendard" pitchFamily="34" charset="-122"/>
                <a:cs typeface="Pretendard" pitchFamily="34" charset="-120"/>
              </a:rPr>
              <a:t>겁주지 않는가?</a:t>
            </a:r>
            <a:endParaRPr lang="en-US" sz="1400" dirty="0"/>
          </a:p>
        </p:txBody>
      </p:sp>
      <p:sp>
        <p:nvSpPr>
          <p:cNvPr id="13" name="Text 11"/>
          <p:cNvSpPr txBox="1"/>
          <p:nvPr/>
        </p:nvSpPr>
        <p:spPr>
          <a:xfrm>
            <a:off x="777240" y="3429000"/>
            <a:ext cx="548640" cy="411480"/>
          </a:xfrm>
          <a:prstGeom prst="rect">
            <a:avLst/>
          </a:prstGeom>
          <a:noFill/>
          <a:ln/>
        </p:spPr>
        <p:txBody>
          <a:bodyPr wrap="square" lIns="0" tIns="0" rIns="0" bIns="0" rtlCol="0" anchor="ctr"/>
          <a:lstStyle/>
          <a:p>
            <a:pPr indent="0" marL="0">
              <a:buNone/>
            </a:pPr>
            <a:r>
              <a:rPr lang="en-US" sz="1600" b="1" dirty="0">
                <a:solidFill>
                  <a:srgbClr val="FF6B35"/>
                </a:solidFill>
                <a:latin typeface="Pretendard" pitchFamily="34" charset="0"/>
                <a:ea typeface="Pretendard" pitchFamily="34" charset="-122"/>
                <a:cs typeface="Pretendard" pitchFamily="34" charset="-120"/>
              </a:rPr>
              <a:t>04</a:t>
            </a:r>
            <a:endParaRPr lang="en-US" sz="1600" dirty="0"/>
          </a:p>
        </p:txBody>
      </p:sp>
      <p:sp>
        <p:nvSpPr>
          <p:cNvPr id="14" name="Text 12"/>
          <p:cNvSpPr txBox="1"/>
          <p:nvPr/>
        </p:nvSpPr>
        <p:spPr>
          <a:xfrm>
            <a:off x="1371600" y="3429000"/>
            <a:ext cx="2926080" cy="411480"/>
          </a:xfrm>
          <a:prstGeom prst="rect">
            <a:avLst/>
          </a:prstGeom>
          <a:noFill/>
          <a:ln/>
        </p:spPr>
        <p:txBody>
          <a:bodyPr wrap="square" lIns="0" tIns="0" rIns="0" bIns="0" rtlCol="0" anchor="ctr"/>
          <a:lstStyle/>
          <a:p>
            <a:pPr indent="0" marL="0">
              <a:buNone/>
            </a:pPr>
            <a:r>
              <a:rPr lang="en-US" sz="1400" b="1" dirty="0">
                <a:solidFill>
                  <a:srgbClr val="333333"/>
                </a:solidFill>
                <a:latin typeface="Pretendard" pitchFamily="34" charset="0"/>
                <a:ea typeface="Pretendard" pitchFamily="34" charset="-122"/>
                <a:cs typeface="Pretendard" pitchFamily="34" charset="-120"/>
              </a:rPr>
              <a:t>행동이 보이는가?</a:t>
            </a:r>
            <a:endParaRPr lang="en-US" sz="1400" dirty="0"/>
          </a:p>
        </p:txBody>
      </p:sp>
      <p:sp>
        <p:nvSpPr>
          <p:cNvPr id="15" name="Text 13"/>
          <p:cNvSpPr txBox="1"/>
          <p:nvPr/>
        </p:nvSpPr>
        <p:spPr>
          <a:xfrm>
            <a:off x="777240" y="3886200"/>
            <a:ext cx="548640" cy="411480"/>
          </a:xfrm>
          <a:prstGeom prst="rect">
            <a:avLst/>
          </a:prstGeom>
          <a:noFill/>
          <a:ln/>
        </p:spPr>
        <p:txBody>
          <a:bodyPr wrap="square" lIns="0" tIns="0" rIns="0" bIns="0" rtlCol="0" anchor="ctr"/>
          <a:lstStyle/>
          <a:p>
            <a:pPr indent="0" marL="0">
              <a:buNone/>
            </a:pPr>
            <a:r>
              <a:rPr lang="en-US" sz="1600" b="1" dirty="0">
                <a:solidFill>
                  <a:srgbClr val="FF6B35"/>
                </a:solidFill>
                <a:latin typeface="Pretendard" pitchFamily="34" charset="0"/>
                <a:ea typeface="Pretendard" pitchFamily="34" charset="-122"/>
                <a:cs typeface="Pretendard" pitchFamily="34" charset="-120"/>
              </a:rPr>
              <a:t>05</a:t>
            </a:r>
            <a:endParaRPr lang="en-US" sz="1600" dirty="0"/>
          </a:p>
        </p:txBody>
      </p:sp>
      <p:sp>
        <p:nvSpPr>
          <p:cNvPr id="16" name="Text 14"/>
          <p:cNvSpPr txBox="1"/>
          <p:nvPr/>
        </p:nvSpPr>
        <p:spPr>
          <a:xfrm>
            <a:off x="1371600" y="3886200"/>
            <a:ext cx="2926080" cy="411480"/>
          </a:xfrm>
          <a:prstGeom prst="rect">
            <a:avLst/>
          </a:prstGeom>
          <a:noFill/>
          <a:ln/>
        </p:spPr>
        <p:txBody>
          <a:bodyPr wrap="square" lIns="0" tIns="0" rIns="0" bIns="0" rtlCol="0" anchor="ctr"/>
          <a:lstStyle/>
          <a:p>
            <a:pPr indent="0" marL="0">
              <a:buNone/>
            </a:pPr>
            <a:r>
              <a:rPr lang="en-US" sz="1400" b="1" dirty="0">
                <a:solidFill>
                  <a:srgbClr val="333333"/>
                </a:solidFill>
                <a:latin typeface="Pretendard" pitchFamily="34" charset="0"/>
                <a:ea typeface="Pretendard" pitchFamily="34" charset="-122"/>
                <a:cs typeface="Pretendard" pitchFamily="34" charset="-120"/>
              </a:rPr>
              <a:t>출처를 밝혔는가?</a:t>
            </a:r>
            <a:endParaRPr lang="en-US" sz="1400" dirty="0"/>
          </a:p>
        </p:txBody>
      </p:sp>
      <p:sp>
        <p:nvSpPr>
          <p:cNvPr id="17" name="화살표"/>
          <p:cNvSpPr/>
          <p:nvPr/>
        </p:nvSpPr>
        <p:spPr>
          <a:xfrm>
            <a:off x="4754880" y="2514600"/>
            <a:ext cx="274320" cy="548640"/>
          </a:xfrm>
          <a:prstGeom prst="chevron">
            <a:avLst/>
          </a:prstGeom>
          <a:solidFill>
            <a:srgbClr val="FF9E7A"/>
          </a:solidFill>
          <a:ln w="12700">
            <a:solidFill>
              <a:srgbClr val="FF9E7A"/>
            </a:solidFill>
            <a:prstDash val="solid"/>
          </a:ln>
        </p:spPr>
      </p:sp>
      <p:sp>
        <p:nvSpPr>
          <p:cNvPr id="18" name="방법 카드"/>
          <p:cNvSpPr/>
          <p:nvPr/>
        </p:nvSpPr>
        <p:spPr>
          <a:xfrm>
            <a:off x="5120640" y="1234440"/>
            <a:ext cx="3547872" cy="3200400"/>
          </a:xfrm>
          <a:prstGeom prst="roundRect">
            <a:avLst>
              <a:gd name="adj" fmla="val 3429"/>
            </a:avLst>
          </a:prstGeom>
          <a:solidFill>
            <a:srgbClr val="FDEBE1"/>
          </a:solidFill>
          <a:ln w="22225">
            <a:solidFill>
              <a:srgbClr val="FF6B35"/>
            </a:solidFill>
            <a:prstDash val="dash"/>
          </a:ln>
        </p:spPr>
      </p:sp>
      <p:sp>
        <p:nvSpPr>
          <p:cNvPr id="19" name="방법 라벨"/>
          <p:cNvSpPr/>
          <p:nvPr/>
        </p:nvSpPr>
        <p:spPr>
          <a:xfrm>
            <a:off x="5394960" y="1417320"/>
            <a:ext cx="1005840" cy="329184"/>
          </a:xfrm>
          <a:prstGeom prst="roundRect">
            <a:avLst>
              <a:gd name="adj" fmla="val 22222"/>
            </a:avLst>
          </a:prstGeom>
          <a:solidFill>
            <a:srgbClr val="FFFFFF"/>
          </a:solidFill>
          <a:ln w="12700">
            <a:solidFill>
              <a:srgbClr val="FFFFFF"/>
            </a:solidFill>
            <a:prstDash val="solid"/>
          </a:ln>
        </p:spPr>
      </p:sp>
      <p:sp>
        <p:nvSpPr>
          <p:cNvPr id="20" name="Text 18"/>
          <p:cNvSpPr txBox="1"/>
          <p:nvPr/>
        </p:nvSpPr>
        <p:spPr>
          <a:xfrm>
            <a:off x="5394960" y="1417320"/>
            <a:ext cx="1005840" cy="329184"/>
          </a:xfrm>
          <a:prstGeom prst="rect">
            <a:avLst/>
          </a:prstGeom>
          <a:noFill/>
          <a:ln/>
        </p:spPr>
        <p:txBody>
          <a:bodyPr wrap="square" lIns="0" tIns="0" rIns="0" bIns="0" rtlCol="0" anchor="ctr"/>
          <a:lstStyle/>
          <a:p>
            <a:pPr algn="ctr" indent="0" marL="0">
              <a:buNone/>
            </a:pPr>
            <a:r>
              <a:rPr lang="en-US" sz="1200" b="1" dirty="0">
                <a:solidFill>
                  <a:srgbClr val="FF6B35"/>
                </a:solidFill>
                <a:latin typeface="Pretendard" pitchFamily="34" charset="0"/>
                <a:ea typeface="Pretendard" pitchFamily="34" charset="-122"/>
                <a:cs typeface="Pretendard" pitchFamily="34" charset="-120"/>
              </a:rPr>
              <a:t>HOW TO</a:t>
            </a:r>
            <a:endParaRPr lang="en-US" sz="1200" dirty="0"/>
          </a:p>
        </p:txBody>
      </p:sp>
      <p:sp>
        <p:nvSpPr>
          <p:cNvPr id="21" name="Text 19"/>
          <p:cNvSpPr txBox="1"/>
          <p:nvPr/>
        </p:nvSpPr>
        <p:spPr>
          <a:xfrm>
            <a:off x="5394960" y="2011680"/>
            <a:ext cx="306324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33333"/>
                </a:solidFill>
                <a:latin typeface="Pretendard" pitchFamily="34" charset="0"/>
                <a:ea typeface="Pretendard" pitchFamily="34" charset="-122"/>
                <a:cs typeface="Pretendard" pitchFamily="34" charset="-120"/>
              </a:rPr>
              <a:t>기획서를 두고 한 바퀴 돌아요</a:t>
            </a:r>
            <a:endParaRPr lang="en-US" sz="1400" dirty="0"/>
          </a:p>
          <a:p>
            <a:pPr marL="342900" indent="-342900">
              <a:spcAft>
                <a:spcPts val="600"/>
              </a:spcAft>
              <a:buSzPct val="100000"/>
              <a:buChar char="•"/>
            </a:pPr>
            <a:r>
              <a:rPr lang="en-US" sz="1400" dirty="0">
                <a:solidFill>
                  <a:srgbClr val="333333"/>
                </a:solidFill>
                <a:latin typeface="Pretendard" pitchFamily="34" charset="0"/>
                <a:ea typeface="Pretendard" pitchFamily="34" charset="-122"/>
                <a:cs typeface="Pretendard" pitchFamily="34" charset="-120"/>
              </a:rPr>
              <a:t>○ △를 표시해요</a:t>
            </a:r>
            <a:endParaRPr lang="en-US" sz="1400" dirty="0"/>
          </a:p>
          <a:p>
            <a:pPr marL="342900" indent="-342900">
              <a:spcAft>
                <a:spcPts val="600"/>
              </a:spcAft>
              <a:buSzPct val="100000"/>
              <a:buChar char="•"/>
            </a:pPr>
            <a:r>
              <a:rPr lang="en-US" sz="1400" dirty="0">
                <a:solidFill>
                  <a:srgbClr val="333333"/>
                </a:solidFill>
                <a:latin typeface="Pretendard" pitchFamily="34" charset="0"/>
                <a:ea typeface="Pretendard" pitchFamily="34" charset="-122"/>
                <a:cs typeface="Pretendard" pitchFamily="34" charset="-120"/>
              </a:rPr>
              <a:t>포스트잇에 제안 한 줄</a:t>
            </a:r>
            <a:endParaRPr lang="en-US" sz="1400" dirty="0"/>
          </a:p>
          <a:p>
            <a:pPr marL="342900" indent="-342900">
              <a:spcAft>
                <a:spcPts val="600"/>
              </a:spcAft>
              <a:buSzPct val="100000"/>
              <a:buChar char="•"/>
            </a:pPr>
            <a:r>
              <a:rPr lang="en-US" sz="1400" dirty="0">
                <a:solidFill>
                  <a:srgbClr val="333333"/>
                </a:solidFill>
                <a:latin typeface="Pretendard" pitchFamily="34" charset="0"/>
                <a:ea typeface="Pretendard" pitchFamily="34" charset="-122"/>
                <a:cs typeface="Pretendard" pitchFamily="34" charset="-120"/>
              </a:rPr>
              <a:t>돌아와 메시지를 고쳐요</a:t>
            </a:r>
            <a:endParaRPr lang="en-US" sz="1400" dirty="0"/>
          </a:p>
        </p:txBody>
      </p:sp>
      <p:sp>
        <p:nvSpPr>
          <p:cNvPr id="22" name="Text 20"/>
          <p:cNvSpPr txBox="1"/>
          <p:nvPr/>
        </p:nvSpPr>
        <p:spPr>
          <a:xfrm>
            <a:off x="5394960" y="3886200"/>
            <a:ext cx="3063240" cy="365760"/>
          </a:xfrm>
          <a:prstGeom prst="rect">
            <a:avLst/>
          </a:prstGeom>
          <a:noFill/>
          <a:ln/>
        </p:spPr>
        <p:txBody>
          <a:bodyPr wrap="square" lIns="0" tIns="0" rIns="0" bIns="0" rtlCol="0" anchor="ctr"/>
          <a:lstStyle/>
          <a:p>
            <a:pPr indent="0" marL="0">
              <a:buNone/>
            </a:pPr>
            <a:r>
              <a:rPr lang="en-US" sz="1300" b="1" dirty="0">
                <a:solidFill>
                  <a:srgbClr val="FF6B35"/>
                </a:solidFill>
                <a:latin typeface="Pretendard" pitchFamily="34" charset="0"/>
                <a:ea typeface="Pretendard" pitchFamily="34" charset="-122"/>
                <a:cs typeface="Pretendard" pitchFamily="34" charset="-120"/>
              </a:rPr>
              <a:t>4분 · 점검표(활동 3)</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제목 표식"/>
          <p:cNvSpPr/>
          <p:nvPr/>
        </p:nvSpPr>
        <p:spPr>
          <a:xfrm>
            <a:off x="480060" y="708660"/>
            <a:ext cx="36576" cy="173736"/>
          </a:xfrm>
          <a:prstGeom prst="rect">
            <a:avLst/>
          </a:prstGeom>
          <a:solidFill>
            <a:srgbClr val="333333"/>
          </a:solidFill>
          <a:ln w="12700">
            <a:solidFill>
              <a:srgbClr val="333333"/>
            </a:solidFill>
            <a:prstDash val="solid"/>
          </a:ln>
        </p:spPr>
      </p:sp>
      <p:sp>
        <p:nvSpPr>
          <p:cNvPr id="3" name="Text 1"/>
          <p:cNvSpPr/>
          <p:nvPr>
            <p:ph idx="101" type="title" hasCustomPrompt="1"/>
          </p:nvPr>
        </p:nvSpPr>
        <p:spPr>
          <a:xfrm>
            <a:off x="630936" y="566928"/>
            <a:ext cx="7863840" cy="457200"/>
          </a:xfrm>
          <a:prstGeom prst="rect">
            <a:avLst/>
          </a:prstGeom>
          <a:noFill/>
          <a:ln/>
        </p:spPr>
        <p:txBody>
          <a:bodyPr wrap="square" lIns="0" tIns="0" rIns="0" bIns="0" rtlCol="0" anchor="ctr"/>
          <a:lstStyle/>
          <a:p>
            <a:pPr algn="l" indent="0" marL="0">
              <a:buNone/>
            </a:pPr>
            <a:r>
              <a:rPr lang="en-US" sz="2800" b="1" dirty="0">
                <a:solidFill>
                  <a:srgbClr val="333333"/>
                </a:solidFill>
                <a:latin typeface="Pretendard" pitchFamily="34" charset="0"/>
                <a:ea typeface="Pretendard" pitchFamily="34" charset="-122"/>
                <a:cs typeface="Pretendard" pitchFamily="34" charset="-120"/>
              </a:rPr>
              <a:t>시안 스케치와 출처 점검</a:t>
            </a:r>
            <a:pPr algn="l" indent="0" marL="0">
              <a:buNone/>
            </a:pPr>
            <a:r>
              <a:rPr lang="en-US" sz="1400" b="1" dirty="0">
                <a:solidFill>
                  <a:srgbClr val="9A9A9A"/>
                </a:solidFill>
                <a:latin typeface="Pretendard" pitchFamily="34" charset="0"/>
                <a:ea typeface="Pretendard" pitchFamily="34" charset="-122"/>
                <a:cs typeface="Pretendard" pitchFamily="34" charset="-120"/>
              </a:rPr>
              <a:t>   Sketch &amp; Credit</a:t>
            </a:r>
            <a:endParaRPr lang="en-US" sz="2800" dirty="0"/>
          </a:p>
        </p:txBody>
      </p:sp>
      <p:sp>
        <p:nvSpPr>
          <p:cNvPr id="4" name="역할 카드"/>
          <p:cNvSpPr/>
          <p:nvPr/>
        </p:nvSpPr>
        <p:spPr>
          <a:xfrm>
            <a:off x="475488" y="1234440"/>
            <a:ext cx="3931920" cy="3200400"/>
          </a:xfrm>
          <a:prstGeom prst="roundRect">
            <a:avLst>
              <a:gd name="adj" fmla="val 4000"/>
            </a:avLst>
          </a:prstGeom>
          <a:solidFill>
            <a:srgbClr val="F3F3F3"/>
          </a:solidFill>
          <a:ln w="12700">
            <a:solidFill>
              <a:srgbClr val="F3F3F3"/>
            </a:solidFill>
            <a:prstDash val="solid"/>
          </a:ln>
        </p:spPr>
      </p:sp>
      <p:sp>
        <p:nvSpPr>
          <p:cNvPr id="5" name="Text 3"/>
          <p:cNvSpPr txBox="1"/>
          <p:nvPr/>
        </p:nvSpPr>
        <p:spPr>
          <a:xfrm>
            <a:off x="777240" y="1417320"/>
            <a:ext cx="2743200" cy="411480"/>
          </a:xfrm>
          <a:prstGeom prst="rect">
            <a:avLst/>
          </a:prstGeom>
          <a:noFill/>
          <a:ln/>
        </p:spPr>
        <p:txBody>
          <a:bodyPr wrap="square" lIns="0" tIns="0" rIns="0" bIns="0" rtlCol="0" anchor="ctr"/>
          <a:lstStyle/>
          <a:p>
            <a:pPr indent="0" marL="0">
              <a:buNone/>
            </a:pPr>
            <a:r>
              <a:rPr lang="en-US" sz="1900" b="1" dirty="0">
                <a:solidFill>
                  <a:srgbClr val="333333"/>
                </a:solidFill>
                <a:latin typeface="Pretendard" pitchFamily="34" charset="0"/>
                <a:ea typeface="Pretendard" pitchFamily="34" charset="-122"/>
                <a:cs typeface="Pretendard" pitchFamily="34" charset="-120"/>
              </a:rPr>
              <a:t>역할 나누기</a:t>
            </a:r>
            <a:endParaRPr lang="en-US" sz="1900" dirty="0"/>
          </a:p>
        </p:txBody>
      </p:sp>
      <p:sp>
        <p:nvSpPr>
          <p:cNvPr id="6" name="카드 구분선 1"/>
          <p:cNvSpPr/>
          <p:nvPr/>
        </p:nvSpPr>
        <p:spPr>
          <a:xfrm>
            <a:off x="777240" y="1920240"/>
            <a:ext cx="3337560" cy="0"/>
          </a:xfrm>
          <a:prstGeom prst="line">
            <a:avLst/>
          </a:prstGeom>
          <a:noFill/>
          <a:ln w="12700">
            <a:solidFill>
              <a:srgbClr val="C9C9C9"/>
            </a:solidFill>
            <a:prstDash val="solid"/>
          </a:ln>
        </p:spPr>
      </p:sp>
      <p:sp>
        <p:nvSpPr>
          <p:cNvPr id="7" name="Text 5"/>
          <p:cNvSpPr txBox="1"/>
          <p:nvPr/>
        </p:nvSpPr>
        <p:spPr>
          <a:xfrm>
            <a:off x="777240" y="2103120"/>
            <a:ext cx="3291840" cy="14630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333333"/>
                </a:solidFill>
                <a:latin typeface="Pretendard" pitchFamily="34" charset="0"/>
                <a:ea typeface="Pretendard" pitchFamily="34" charset="-122"/>
                <a:cs typeface="Pretendard" pitchFamily="34" charset="-120"/>
              </a:rPr>
              <a:t>글</a:t>
            </a:r>
            <a:endParaRPr lang="en-US" sz="1600" dirty="0"/>
          </a:p>
          <a:p>
            <a:pPr marL="342900" indent="-342900">
              <a:spcAft>
                <a:spcPts val="600"/>
              </a:spcAft>
              <a:buSzPct val="100000"/>
              <a:buChar char="•"/>
            </a:pPr>
            <a:r>
              <a:rPr lang="en-US" sz="1600" dirty="0">
                <a:solidFill>
                  <a:srgbClr val="333333"/>
                </a:solidFill>
                <a:latin typeface="Pretendard" pitchFamily="34" charset="0"/>
                <a:ea typeface="Pretendard" pitchFamily="34" charset="-122"/>
                <a:cs typeface="Pretendard" pitchFamily="34" charset="-120"/>
              </a:rPr>
              <a:t>그림 · 편집</a:t>
            </a:r>
            <a:endParaRPr lang="en-US" sz="1600" dirty="0"/>
          </a:p>
          <a:p>
            <a:pPr marL="342900" indent="-342900">
              <a:spcAft>
                <a:spcPts val="600"/>
              </a:spcAft>
              <a:buSzPct val="100000"/>
              <a:buChar char="•"/>
            </a:pPr>
            <a:r>
              <a:rPr lang="en-US" sz="1600" dirty="0">
                <a:solidFill>
                  <a:srgbClr val="333333"/>
                </a:solidFill>
                <a:latin typeface="Pretendard" pitchFamily="34" charset="0"/>
                <a:ea typeface="Pretendard" pitchFamily="34" charset="-122"/>
                <a:cs typeface="Pretendard" pitchFamily="34" charset="-120"/>
              </a:rPr>
              <a:t>출처 정리</a:t>
            </a:r>
            <a:endParaRPr lang="en-US" sz="1600" dirty="0"/>
          </a:p>
          <a:p>
            <a:pPr marL="342900" indent="-342900">
              <a:spcAft>
                <a:spcPts val="600"/>
              </a:spcAft>
              <a:buSzPct val="100000"/>
              <a:buChar char="•"/>
            </a:pPr>
            <a:r>
              <a:rPr lang="en-US" sz="1600" dirty="0">
                <a:solidFill>
                  <a:srgbClr val="333333"/>
                </a:solidFill>
                <a:latin typeface="Pretendard" pitchFamily="34" charset="0"/>
                <a:ea typeface="Pretendard" pitchFamily="34" charset="-122"/>
                <a:cs typeface="Pretendard" pitchFamily="34" charset="-120"/>
              </a:rPr>
              <a:t>발표</a:t>
            </a:r>
            <a:endParaRPr lang="en-US" sz="1600" dirty="0"/>
          </a:p>
        </p:txBody>
      </p:sp>
      <p:sp>
        <p:nvSpPr>
          <p:cNvPr id="8" name="Text 6"/>
          <p:cNvSpPr txBox="1"/>
          <p:nvPr/>
        </p:nvSpPr>
        <p:spPr>
          <a:xfrm>
            <a:off x="777240" y="3840480"/>
            <a:ext cx="3291840" cy="365760"/>
          </a:xfrm>
          <a:prstGeom prst="rect">
            <a:avLst/>
          </a:prstGeom>
          <a:noFill/>
          <a:ln/>
        </p:spPr>
        <p:txBody>
          <a:bodyPr wrap="square" lIns="0" tIns="0" rIns="0" bIns="0" rtlCol="0" anchor="ctr"/>
          <a:lstStyle/>
          <a:p>
            <a:pPr indent="0" marL="0">
              <a:buNone/>
            </a:pPr>
            <a:r>
              <a:rPr lang="en-US" sz="1300" b="1" dirty="0">
                <a:solidFill>
                  <a:srgbClr val="FF6B35"/>
                </a:solidFill>
                <a:latin typeface="Pretendard" pitchFamily="34" charset="0"/>
                <a:ea typeface="Pretendard" pitchFamily="34" charset="-122"/>
                <a:cs typeface="Pretendard" pitchFamily="34" charset="-120"/>
              </a:rPr>
              <a:t>7분 · 시안 스케치 용지</a:t>
            </a:r>
            <a:endParaRPr lang="en-US" sz="1300" dirty="0"/>
          </a:p>
        </p:txBody>
      </p:sp>
      <p:sp>
        <p:nvSpPr>
          <p:cNvPr id="9" name="출처 점검 카드"/>
          <p:cNvSpPr/>
          <p:nvPr/>
        </p:nvSpPr>
        <p:spPr>
          <a:xfrm>
            <a:off x="4572000" y="1234440"/>
            <a:ext cx="4096512" cy="3200400"/>
          </a:xfrm>
          <a:prstGeom prst="roundRect">
            <a:avLst>
              <a:gd name="adj" fmla="val 3429"/>
            </a:avLst>
          </a:prstGeom>
          <a:solidFill>
            <a:srgbClr val="FDEBE1"/>
          </a:solidFill>
          <a:ln w="22225">
            <a:solidFill>
              <a:srgbClr val="FF6B35"/>
            </a:solidFill>
            <a:prstDash val="dash"/>
          </a:ln>
        </p:spPr>
      </p:sp>
      <p:sp>
        <p:nvSpPr>
          <p:cNvPr id="10" name="점검 라벨"/>
          <p:cNvSpPr/>
          <p:nvPr/>
        </p:nvSpPr>
        <p:spPr>
          <a:xfrm>
            <a:off x="4846320" y="1417320"/>
            <a:ext cx="914400" cy="329184"/>
          </a:xfrm>
          <a:prstGeom prst="roundRect">
            <a:avLst>
              <a:gd name="adj" fmla="val 22222"/>
            </a:avLst>
          </a:prstGeom>
          <a:solidFill>
            <a:srgbClr val="FFFFFF"/>
          </a:solidFill>
          <a:ln w="12700">
            <a:solidFill>
              <a:srgbClr val="FFFFFF"/>
            </a:solidFill>
            <a:prstDash val="solid"/>
          </a:ln>
        </p:spPr>
      </p:sp>
      <p:sp>
        <p:nvSpPr>
          <p:cNvPr id="11" name="Text 9"/>
          <p:cNvSpPr txBox="1"/>
          <p:nvPr/>
        </p:nvSpPr>
        <p:spPr>
          <a:xfrm>
            <a:off x="4846320" y="1417320"/>
            <a:ext cx="914400" cy="329184"/>
          </a:xfrm>
          <a:prstGeom prst="rect">
            <a:avLst/>
          </a:prstGeom>
          <a:noFill/>
          <a:ln/>
        </p:spPr>
        <p:txBody>
          <a:bodyPr wrap="square" lIns="0" tIns="0" rIns="0" bIns="0" rtlCol="0" anchor="ctr"/>
          <a:lstStyle/>
          <a:p>
            <a:pPr algn="ctr" indent="0" marL="0">
              <a:buNone/>
            </a:pPr>
            <a:r>
              <a:rPr lang="en-US" sz="1200" b="1" dirty="0">
                <a:solidFill>
                  <a:srgbClr val="FF6B35"/>
                </a:solidFill>
                <a:latin typeface="Pretendard" pitchFamily="34" charset="0"/>
                <a:ea typeface="Pretendard" pitchFamily="34" charset="-122"/>
                <a:cs typeface="Pretendard" pitchFamily="34" charset="-120"/>
              </a:rPr>
              <a:t>CHECK</a:t>
            </a:r>
            <a:endParaRPr lang="en-US" sz="1200" dirty="0"/>
          </a:p>
        </p:txBody>
      </p:sp>
      <p:sp>
        <p:nvSpPr>
          <p:cNvPr id="12" name="Text 10"/>
          <p:cNvSpPr txBox="1"/>
          <p:nvPr/>
        </p:nvSpPr>
        <p:spPr>
          <a:xfrm>
            <a:off x="4846320" y="1965960"/>
            <a:ext cx="361188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3333"/>
                </a:solidFill>
                <a:latin typeface="Pretendard" pitchFamily="34" charset="0"/>
                <a:ea typeface="Pretendard" pitchFamily="34" charset="-122"/>
                <a:cs typeface="Pretendard" pitchFamily="34" charset="-120"/>
              </a:rPr>
              <a:t>이미지·글꼴·음악은 직접 만들었거나 출처를 쓸 수 있어요</a:t>
            </a:r>
            <a:endParaRPr lang="en-US" sz="1400" dirty="0"/>
          </a:p>
          <a:p>
            <a:pPr marL="342900" indent="-342900">
              <a:spcAft>
                <a:spcPts val="800"/>
              </a:spcAft>
              <a:buSzPct val="100000"/>
              <a:buChar char="•"/>
            </a:pPr>
            <a:r>
              <a:rPr lang="en-US" sz="1400" dirty="0">
                <a:solidFill>
                  <a:srgbClr val="333333"/>
                </a:solidFill>
                <a:latin typeface="Pretendard" pitchFamily="34" charset="0"/>
                <a:ea typeface="Pretendard" pitchFamily="34" charset="-122"/>
                <a:cs typeface="Pretendard" pitchFamily="34" charset="-120"/>
              </a:rPr>
              <a:t>사람의 얼굴 사진은 쓰지 않아요</a:t>
            </a:r>
            <a:endParaRPr lang="en-US" sz="1400" dirty="0"/>
          </a:p>
          <a:p>
            <a:pPr marL="342900" indent="-342900">
              <a:spcAft>
                <a:spcPts val="800"/>
              </a:spcAft>
              <a:buSzPct val="100000"/>
              <a:buChar char="•"/>
            </a:pPr>
            <a:r>
              <a:rPr lang="en-US" sz="1400" dirty="0">
                <a:solidFill>
                  <a:srgbClr val="333333"/>
                </a:solidFill>
                <a:latin typeface="Pretendard" pitchFamily="34" charset="0"/>
                <a:ea typeface="Pretendard" pitchFamily="34" charset="-122"/>
                <a:cs typeface="Pretendard" pitchFamily="34" charset="-120"/>
              </a:rPr>
              <a:t>실제 상호·제품·계정을 쓰지 않아요</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제목 표식"/>
          <p:cNvSpPr/>
          <p:nvPr/>
        </p:nvSpPr>
        <p:spPr>
          <a:xfrm>
            <a:off x="480060" y="708660"/>
            <a:ext cx="36576" cy="173736"/>
          </a:xfrm>
          <a:prstGeom prst="rect">
            <a:avLst/>
          </a:prstGeom>
          <a:solidFill>
            <a:srgbClr val="333333"/>
          </a:solidFill>
          <a:ln w="12700">
            <a:solidFill>
              <a:srgbClr val="333333"/>
            </a:solidFill>
            <a:prstDash val="solid"/>
          </a:ln>
        </p:spPr>
      </p:sp>
      <p:sp>
        <p:nvSpPr>
          <p:cNvPr id="3" name="Text 1"/>
          <p:cNvSpPr/>
          <p:nvPr>
            <p:ph idx="101" type="title" hasCustomPrompt="1"/>
          </p:nvPr>
        </p:nvSpPr>
        <p:spPr>
          <a:xfrm>
            <a:off x="630936" y="566928"/>
            <a:ext cx="7863840" cy="457200"/>
          </a:xfrm>
          <a:prstGeom prst="rect">
            <a:avLst/>
          </a:prstGeom>
          <a:noFill/>
          <a:ln/>
        </p:spPr>
        <p:txBody>
          <a:bodyPr wrap="square" lIns="0" tIns="0" rIns="0" bIns="0" rtlCol="0" anchor="ctr"/>
          <a:lstStyle/>
          <a:p>
            <a:pPr algn="l" indent="0" marL="0">
              <a:buNone/>
            </a:pPr>
            <a:r>
              <a:rPr lang="en-US" sz="2800" b="1" dirty="0">
                <a:solidFill>
                  <a:srgbClr val="333333"/>
                </a:solidFill>
                <a:latin typeface="Pretendard" pitchFamily="34" charset="0"/>
                <a:ea typeface="Pretendard" pitchFamily="34" charset="-122"/>
                <a:cs typeface="Pretendard" pitchFamily="34" charset="-120"/>
              </a:rPr>
              <a:t>10차시 제작·공유 계획</a:t>
            </a:r>
            <a:pPr algn="l" indent="0" marL="0">
              <a:buNone/>
            </a:pPr>
            <a:r>
              <a:rPr lang="en-US" sz="1400" b="1" dirty="0">
                <a:solidFill>
                  <a:srgbClr val="9A9A9A"/>
                </a:solidFill>
                <a:latin typeface="Pretendard" pitchFamily="34" charset="0"/>
                <a:ea typeface="Pretendard" pitchFamily="34" charset="-122"/>
                <a:cs typeface="Pretendard" pitchFamily="34" charset="-120"/>
              </a:rPr>
              <a:t>   Next Lesson</a:t>
            </a:r>
            <a:endParaRPr lang="en-US" sz="2800" dirty="0"/>
          </a:p>
        </p:txBody>
      </p:sp>
      <p:sp>
        <p:nvSpPr>
          <p:cNvPr id="4" name="계획 카드 1"/>
          <p:cNvSpPr/>
          <p:nvPr/>
        </p:nvSpPr>
        <p:spPr>
          <a:xfrm>
            <a:off x="475488" y="1234440"/>
            <a:ext cx="1965960" cy="2286000"/>
          </a:xfrm>
          <a:prstGeom prst="roundRect">
            <a:avLst>
              <a:gd name="adj" fmla="val 5581"/>
            </a:avLst>
          </a:prstGeom>
          <a:solidFill>
            <a:srgbClr val="FFFFFF"/>
          </a:solidFill>
          <a:ln w="15875">
            <a:solidFill>
              <a:srgbClr val="C9C9C9"/>
            </a:solidFill>
            <a:prstDash val="solid"/>
          </a:ln>
        </p:spPr>
      </p:sp>
      <p:sp>
        <p:nvSpPr>
          <p:cNvPr id="5" name="Text 3"/>
          <p:cNvSpPr txBox="1"/>
          <p:nvPr/>
        </p:nvSpPr>
        <p:spPr>
          <a:xfrm>
            <a:off x="658368" y="1371600"/>
            <a:ext cx="1691640" cy="502920"/>
          </a:xfrm>
          <a:prstGeom prst="rect">
            <a:avLst/>
          </a:prstGeom>
          <a:noFill/>
          <a:ln/>
        </p:spPr>
        <p:txBody>
          <a:bodyPr wrap="square" lIns="0" tIns="0" rIns="0" bIns="0" rtlCol="0" anchor="ctr"/>
          <a:lstStyle/>
          <a:p>
            <a:pPr indent="0" marL="0">
              <a:buNone/>
            </a:pPr>
            <a:r>
              <a:rPr lang="en-US" sz="2600" b="1" dirty="0">
                <a:solidFill>
                  <a:srgbClr val="FF6B35"/>
                </a:solidFill>
                <a:latin typeface="Pretendard" pitchFamily="34" charset="0"/>
                <a:ea typeface="Pretendard" pitchFamily="34" charset="-122"/>
                <a:cs typeface="Pretendard" pitchFamily="34" charset="-120"/>
              </a:rPr>
              <a:t>01</a:t>
            </a:r>
            <a:endParaRPr lang="en-US" sz="2600" dirty="0"/>
          </a:p>
        </p:txBody>
      </p:sp>
      <p:sp>
        <p:nvSpPr>
          <p:cNvPr id="6" name="Text 4"/>
          <p:cNvSpPr txBox="1"/>
          <p:nvPr/>
        </p:nvSpPr>
        <p:spPr>
          <a:xfrm>
            <a:off x="658368" y="1938528"/>
            <a:ext cx="1691640" cy="457200"/>
          </a:xfrm>
          <a:prstGeom prst="rect">
            <a:avLst/>
          </a:prstGeom>
          <a:noFill/>
          <a:ln/>
        </p:spPr>
        <p:txBody>
          <a:bodyPr wrap="square" lIns="0" tIns="0" rIns="0" bIns="0" rtlCol="0" anchor="t"/>
          <a:lstStyle/>
          <a:p>
            <a:pPr indent="0" marL="0">
              <a:buNone/>
            </a:pPr>
            <a:r>
              <a:rPr lang="en-US" sz="1700" b="1" dirty="0">
                <a:solidFill>
                  <a:srgbClr val="333333"/>
                </a:solidFill>
                <a:latin typeface="Pretendard" pitchFamily="34" charset="0"/>
                <a:ea typeface="Pretendard" pitchFamily="34" charset="-122"/>
                <a:cs typeface="Pretendard" pitchFamily="34" charset="-120"/>
              </a:rPr>
              <a:t>할 일</a:t>
            </a:r>
            <a:endParaRPr lang="en-US" sz="1700" dirty="0"/>
          </a:p>
        </p:txBody>
      </p:sp>
      <p:sp>
        <p:nvSpPr>
          <p:cNvPr id="7" name="Text 5"/>
          <p:cNvSpPr txBox="1"/>
          <p:nvPr/>
        </p:nvSpPr>
        <p:spPr>
          <a:xfrm>
            <a:off x="658368" y="2468880"/>
            <a:ext cx="1691640" cy="960120"/>
          </a:xfrm>
          <a:prstGeom prst="rect">
            <a:avLst/>
          </a:prstGeom>
          <a:noFill/>
          <a:ln/>
        </p:spPr>
        <p:txBody>
          <a:bodyPr wrap="square" lIns="0" tIns="0" rIns="0" bIns="0" rtlCol="0" anchor="t"/>
          <a:lstStyle/>
          <a:p>
            <a:pPr indent="0" marL="0">
              <a:buNone/>
            </a:pPr>
            <a:r>
              <a:rPr lang="en-US" sz="1200" dirty="0">
                <a:solidFill>
                  <a:srgbClr val="777777"/>
                </a:solidFill>
                <a:latin typeface="Pretendard" pitchFamily="34" charset="0"/>
                <a:ea typeface="Pretendard" pitchFamily="34" charset="-122"/>
                <a:cs typeface="Pretendard" pitchFamily="34" charset="-120"/>
              </a:rPr>
              <a:t>제작 순서를</a:t>
            </a:r>
            <a:endParaRPr lang="en-US" sz="1200" dirty="0"/>
          </a:p>
          <a:p>
            <a:pPr indent="0" marL="0">
              <a:buNone/>
            </a:pPr>
            <a:r>
              <a:rPr lang="en-US" sz="1200" dirty="0">
                <a:solidFill>
                  <a:srgbClr val="777777"/>
                </a:solidFill>
                <a:latin typeface="Pretendard" pitchFamily="34" charset="0"/>
                <a:ea typeface="Pretendard" pitchFamily="34" charset="-122"/>
                <a:cs typeface="Pretendard" pitchFamily="34" charset="-120"/>
              </a:rPr>
              <a:t>세 단계로</a:t>
            </a:r>
            <a:endParaRPr lang="en-US" sz="1200" dirty="0"/>
          </a:p>
        </p:txBody>
      </p:sp>
      <p:sp>
        <p:nvSpPr>
          <p:cNvPr id="8" name="계획 카드 2"/>
          <p:cNvSpPr/>
          <p:nvPr/>
        </p:nvSpPr>
        <p:spPr>
          <a:xfrm>
            <a:off x="2551176" y="1234440"/>
            <a:ext cx="1965960" cy="2286000"/>
          </a:xfrm>
          <a:prstGeom prst="roundRect">
            <a:avLst>
              <a:gd name="adj" fmla="val 5581"/>
            </a:avLst>
          </a:prstGeom>
          <a:solidFill>
            <a:srgbClr val="FFFFFF"/>
          </a:solidFill>
          <a:ln w="15875">
            <a:solidFill>
              <a:srgbClr val="C9C9C9"/>
            </a:solidFill>
            <a:prstDash val="solid"/>
          </a:ln>
        </p:spPr>
      </p:sp>
      <p:sp>
        <p:nvSpPr>
          <p:cNvPr id="9" name="Text 7"/>
          <p:cNvSpPr txBox="1"/>
          <p:nvPr/>
        </p:nvSpPr>
        <p:spPr>
          <a:xfrm>
            <a:off x="2734056" y="1371600"/>
            <a:ext cx="1691640" cy="502920"/>
          </a:xfrm>
          <a:prstGeom prst="rect">
            <a:avLst/>
          </a:prstGeom>
          <a:noFill/>
          <a:ln/>
        </p:spPr>
        <p:txBody>
          <a:bodyPr wrap="square" lIns="0" tIns="0" rIns="0" bIns="0" rtlCol="0" anchor="ctr"/>
          <a:lstStyle/>
          <a:p>
            <a:pPr indent="0" marL="0">
              <a:buNone/>
            </a:pPr>
            <a:r>
              <a:rPr lang="en-US" sz="2600" b="1" dirty="0">
                <a:solidFill>
                  <a:srgbClr val="FF6B35"/>
                </a:solidFill>
                <a:latin typeface="Pretendard" pitchFamily="34" charset="0"/>
                <a:ea typeface="Pretendard" pitchFamily="34" charset="-122"/>
                <a:cs typeface="Pretendard" pitchFamily="34" charset="-120"/>
              </a:rPr>
              <a:t>02</a:t>
            </a:r>
            <a:endParaRPr lang="en-US" sz="2600" dirty="0"/>
          </a:p>
        </p:txBody>
      </p:sp>
      <p:sp>
        <p:nvSpPr>
          <p:cNvPr id="10" name="Text 8"/>
          <p:cNvSpPr txBox="1"/>
          <p:nvPr/>
        </p:nvSpPr>
        <p:spPr>
          <a:xfrm>
            <a:off x="2734056" y="1938528"/>
            <a:ext cx="1691640" cy="457200"/>
          </a:xfrm>
          <a:prstGeom prst="rect">
            <a:avLst/>
          </a:prstGeom>
          <a:noFill/>
          <a:ln/>
        </p:spPr>
        <p:txBody>
          <a:bodyPr wrap="square" lIns="0" tIns="0" rIns="0" bIns="0" rtlCol="0" anchor="t"/>
          <a:lstStyle/>
          <a:p>
            <a:pPr indent="0" marL="0">
              <a:buNone/>
            </a:pPr>
            <a:r>
              <a:rPr lang="en-US" sz="1700" b="1" dirty="0">
                <a:solidFill>
                  <a:srgbClr val="333333"/>
                </a:solidFill>
                <a:latin typeface="Pretendard" pitchFamily="34" charset="0"/>
                <a:ea typeface="Pretendard" pitchFamily="34" charset="-122"/>
                <a:cs typeface="Pretendard" pitchFamily="34" charset="-120"/>
              </a:rPr>
              <a:t>준비물</a:t>
            </a:r>
            <a:endParaRPr lang="en-US" sz="1700" dirty="0"/>
          </a:p>
        </p:txBody>
      </p:sp>
      <p:sp>
        <p:nvSpPr>
          <p:cNvPr id="11" name="Text 9"/>
          <p:cNvSpPr txBox="1"/>
          <p:nvPr/>
        </p:nvSpPr>
        <p:spPr>
          <a:xfrm>
            <a:off x="2734056" y="2468880"/>
            <a:ext cx="1691640" cy="960120"/>
          </a:xfrm>
          <a:prstGeom prst="rect">
            <a:avLst/>
          </a:prstGeom>
          <a:noFill/>
          <a:ln/>
        </p:spPr>
        <p:txBody>
          <a:bodyPr wrap="square" lIns="0" tIns="0" rIns="0" bIns="0" rtlCol="0" anchor="t"/>
          <a:lstStyle/>
          <a:p>
            <a:pPr indent="0" marL="0">
              <a:buNone/>
            </a:pPr>
            <a:r>
              <a:rPr lang="en-US" sz="1200" dirty="0">
                <a:solidFill>
                  <a:srgbClr val="777777"/>
                </a:solidFill>
                <a:latin typeface="Pretendard" pitchFamily="34" charset="0"/>
                <a:ea typeface="Pretendard" pitchFamily="34" charset="-122"/>
                <a:cs typeface="Pretendard" pitchFamily="34" charset="-120"/>
              </a:rPr>
              <a:t>필요한 것과</a:t>
            </a:r>
            <a:endParaRPr lang="en-US" sz="1200" dirty="0"/>
          </a:p>
          <a:p>
            <a:pPr indent="0" marL="0">
              <a:buNone/>
            </a:pPr>
            <a:r>
              <a:rPr lang="en-US" sz="1200" dirty="0">
                <a:solidFill>
                  <a:srgbClr val="777777"/>
                </a:solidFill>
                <a:latin typeface="Pretendard" pitchFamily="34" charset="0"/>
                <a:ea typeface="Pretendard" pitchFamily="34" charset="-122"/>
                <a:cs typeface="Pretendard" pitchFamily="34" charset="-120"/>
              </a:rPr>
              <a:t>맡을 사람</a:t>
            </a:r>
            <a:endParaRPr lang="en-US" sz="1200" dirty="0"/>
          </a:p>
        </p:txBody>
      </p:sp>
      <p:sp>
        <p:nvSpPr>
          <p:cNvPr id="12" name="계획 카드 3"/>
          <p:cNvSpPr/>
          <p:nvPr/>
        </p:nvSpPr>
        <p:spPr>
          <a:xfrm>
            <a:off x="4626864" y="1234440"/>
            <a:ext cx="1965960" cy="2286000"/>
          </a:xfrm>
          <a:prstGeom prst="roundRect">
            <a:avLst>
              <a:gd name="adj" fmla="val 5581"/>
            </a:avLst>
          </a:prstGeom>
          <a:solidFill>
            <a:srgbClr val="FFFFFF"/>
          </a:solidFill>
          <a:ln w="15875">
            <a:solidFill>
              <a:srgbClr val="C9C9C9"/>
            </a:solidFill>
            <a:prstDash val="solid"/>
          </a:ln>
        </p:spPr>
      </p:sp>
      <p:sp>
        <p:nvSpPr>
          <p:cNvPr id="13" name="Text 11"/>
          <p:cNvSpPr txBox="1"/>
          <p:nvPr/>
        </p:nvSpPr>
        <p:spPr>
          <a:xfrm>
            <a:off x="4809744" y="1371600"/>
            <a:ext cx="1691640" cy="502920"/>
          </a:xfrm>
          <a:prstGeom prst="rect">
            <a:avLst/>
          </a:prstGeom>
          <a:noFill/>
          <a:ln/>
        </p:spPr>
        <p:txBody>
          <a:bodyPr wrap="square" lIns="0" tIns="0" rIns="0" bIns="0" rtlCol="0" anchor="ctr"/>
          <a:lstStyle/>
          <a:p>
            <a:pPr indent="0" marL="0">
              <a:buNone/>
            </a:pPr>
            <a:r>
              <a:rPr lang="en-US" sz="2600" b="1" dirty="0">
                <a:solidFill>
                  <a:srgbClr val="FF6B35"/>
                </a:solidFill>
                <a:latin typeface="Pretendard" pitchFamily="34" charset="0"/>
                <a:ea typeface="Pretendard" pitchFamily="34" charset="-122"/>
                <a:cs typeface="Pretendard" pitchFamily="34" charset="-120"/>
              </a:rPr>
              <a:t>03</a:t>
            </a:r>
            <a:endParaRPr lang="en-US" sz="2600" dirty="0"/>
          </a:p>
        </p:txBody>
      </p:sp>
      <p:sp>
        <p:nvSpPr>
          <p:cNvPr id="14" name="Text 12"/>
          <p:cNvSpPr txBox="1"/>
          <p:nvPr/>
        </p:nvSpPr>
        <p:spPr>
          <a:xfrm>
            <a:off x="4809744" y="1938528"/>
            <a:ext cx="1691640" cy="457200"/>
          </a:xfrm>
          <a:prstGeom prst="rect">
            <a:avLst/>
          </a:prstGeom>
          <a:noFill/>
          <a:ln/>
        </p:spPr>
        <p:txBody>
          <a:bodyPr wrap="square" lIns="0" tIns="0" rIns="0" bIns="0" rtlCol="0" anchor="t"/>
          <a:lstStyle/>
          <a:p>
            <a:pPr indent="0" marL="0">
              <a:buNone/>
            </a:pPr>
            <a:r>
              <a:rPr lang="en-US" sz="1700" b="1" dirty="0">
                <a:solidFill>
                  <a:srgbClr val="333333"/>
                </a:solidFill>
                <a:latin typeface="Pretendard" pitchFamily="34" charset="0"/>
                <a:ea typeface="Pretendard" pitchFamily="34" charset="-122"/>
                <a:cs typeface="Pretendard" pitchFamily="34" charset="-120"/>
              </a:rPr>
              <a:t>공유</a:t>
            </a:r>
            <a:endParaRPr lang="en-US" sz="1700" dirty="0"/>
          </a:p>
        </p:txBody>
      </p:sp>
      <p:sp>
        <p:nvSpPr>
          <p:cNvPr id="15" name="Text 13"/>
          <p:cNvSpPr txBox="1"/>
          <p:nvPr/>
        </p:nvSpPr>
        <p:spPr>
          <a:xfrm>
            <a:off x="4809744" y="2468880"/>
            <a:ext cx="1691640" cy="960120"/>
          </a:xfrm>
          <a:prstGeom prst="rect">
            <a:avLst/>
          </a:prstGeom>
          <a:noFill/>
          <a:ln/>
        </p:spPr>
        <p:txBody>
          <a:bodyPr wrap="square" lIns="0" tIns="0" rIns="0" bIns="0" rtlCol="0" anchor="t"/>
          <a:lstStyle/>
          <a:p>
            <a:pPr indent="0" marL="0">
              <a:buNone/>
            </a:pPr>
            <a:r>
              <a:rPr lang="en-US" sz="1200" dirty="0">
                <a:solidFill>
                  <a:srgbClr val="777777"/>
                </a:solidFill>
                <a:latin typeface="Pretendard" pitchFamily="34" charset="0"/>
                <a:ea typeface="Pretendard" pitchFamily="34" charset="-122"/>
                <a:cs typeface="Pretendard" pitchFamily="34" charset="-120"/>
              </a:rPr>
              <a:t>우리 반 · 교내</a:t>
            </a:r>
            <a:endParaRPr lang="en-US" sz="1200" dirty="0"/>
          </a:p>
          <a:p>
            <a:pPr indent="0" marL="0">
              <a:buNone/>
            </a:pPr>
            <a:r>
              <a:rPr lang="en-US" sz="1200" dirty="0">
                <a:solidFill>
                  <a:srgbClr val="777777"/>
                </a:solidFill>
                <a:latin typeface="Pretendard" pitchFamily="34" charset="0"/>
                <a:ea typeface="Pretendard" pitchFamily="34" charset="-122"/>
                <a:cs typeface="Pretendard" pitchFamily="34" charset="-120"/>
              </a:rPr>
              <a:t>방송 중 선택</a:t>
            </a:r>
            <a:endParaRPr lang="en-US" sz="1200" dirty="0"/>
          </a:p>
        </p:txBody>
      </p:sp>
      <p:sp>
        <p:nvSpPr>
          <p:cNvPr id="16" name="계획 카드 4"/>
          <p:cNvSpPr/>
          <p:nvPr/>
        </p:nvSpPr>
        <p:spPr>
          <a:xfrm>
            <a:off x="6702552" y="1234440"/>
            <a:ext cx="1965960" cy="2286000"/>
          </a:xfrm>
          <a:prstGeom prst="roundRect">
            <a:avLst>
              <a:gd name="adj" fmla="val 5581"/>
            </a:avLst>
          </a:prstGeom>
          <a:solidFill>
            <a:srgbClr val="FFFFFF"/>
          </a:solidFill>
          <a:ln w="15875">
            <a:solidFill>
              <a:srgbClr val="C9C9C9"/>
            </a:solidFill>
            <a:prstDash val="solid"/>
          </a:ln>
        </p:spPr>
      </p:sp>
      <p:sp>
        <p:nvSpPr>
          <p:cNvPr id="17" name="Text 15"/>
          <p:cNvSpPr txBox="1"/>
          <p:nvPr/>
        </p:nvSpPr>
        <p:spPr>
          <a:xfrm>
            <a:off x="6885432" y="1371600"/>
            <a:ext cx="1691640" cy="502920"/>
          </a:xfrm>
          <a:prstGeom prst="rect">
            <a:avLst/>
          </a:prstGeom>
          <a:noFill/>
          <a:ln/>
        </p:spPr>
        <p:txBody>
          <a:bodyPr wrap="square" lIns="0" tIns="0" rIns="0" bIns="0" rtlCol="0" anchor="ctr"/>
          <a:lstStyle/>
          <a:p>
            <a:pPr indent="0" marL="0">
              <a:buNone/>
            </a:pPr>
            <a:r>
              <a:rPr lang="en-US" sz="2600" b="1" dirty="0">
                <a:solidFill>
                  <a:srgbClr val="FF6B35"/>
                </a:solidFill>
                <a:latin typeface="Pretendard" pitchFamily="34" charset="0"/>
                <a:ea typeface="Pretendard" pitchFamily="34" charset="-122"/>
                <a:cs typeface="Pretendard" pitchFamily="34" charset="-120"/>
              </a:rPr>
              <a:t>04</a:t>
            </a:r>
            <a:endParaRPr lang="en-US" sz="2600" dirty="0"/>
          </a:p>
        </p:txBody>
      </p:sp>
      <p:sp>
        <p:nvSpPr>
          <p:cNvPr id="18" name="Text 16"/>
          <p:cNvSpPr txBox="1"/>
          <p:nvPr/>
        </p:nvSpPr>
        <p:spPr>
          <a:xfrm>
            <a:off x="6885432" y="1938528"/>
            <a:ext cx="1691640" cy="457200"/>
          </a:xfrm>
          <a:prstGeom prst="rect">
            <a:avLst/>
          </a:prstGeom>
          <a:noFill/>
          <a:ln/>
        </p:spPr>
        <p:txBody>
          <a:bodyPr wrap="square" lIns="0" tIns="0" rIns="0" bIns="0" rtlCol="0" anchor="t"/>
          <a:lstStyle/>
          <a:p>
            <a:pPr indent="0" marL="0">
              <a:buNone/>
            </a:pPr>
            <a:r>
              <a:rPr lang="en-US" sz="1700" b="1" dirty="0">
                <a:solidFill>
                  <a:srgbClr val="333333"/>
                </a:solidFill>
                <a:latin typeface="Pretendard" pitchFamily="34" charset="0"/>
                <a:ea typeface="Pretendard" pitchFamily="34" charset="-122"/>
                <a:cs typeface="Pretendard" pitchFamily="34" charset="-120"/>
              </a:rPr>
              <a:t>약속 넣기</a:t>
            </a:r>
            <a:endParaRPr lang="en-US" sz="1700" dirty="0"/>
          </a:p>
        </p:txBody>
      </p:sp>
      <p:sp>
        <p:nvSpPr>
          <p:cNvPr id="19" name="Text 17"/>
          <p:cNvSpPr txBox="1"/>
          <p:nvPr/>
        </p:nvSpPr>
        <p:spPr>
          <a:xfrm>
            <a:off x="6885432" y="2468880"/>
            <a:ext cx="1691640" cy="960120"/>
          </a:xfrm>
          <a:prstGeom prst="rect">
            <a:avLst/>
          </a:prstGeom>
          <a:noFill/>
          <a:ln/>
        </p:spPr>
        <p:txBody>
          <a:bodyPr wrap="square" lIns="0" tIns="0" rIns="0" bIns="0" rtlCol="0" anchor="t"/>
          <a:lstStyle/>
          <a:p>
            <a:pPr indent="0" marL="0">
              <a:buNone/>
            </a:pPr>
            <a:r>
              <a:rPr lang="en-US" sz="1200" dirty="0">
                <a:solidFill>
                  <a:srgbClr val="777777"/>
                </a:solidFill>
                <a:latin typeface="Pretendard" pitchFamily="34" charset="0"/>
                <a:ea typeface="Pretendard" pitchFamily="34" charset="-122"/>
                <a:cs typeface="Pretendard" pitchFamily="34" charset="-120"/>
              </a:rPr>
              <a:t>체크리스트·도움 약속</a:t>
            </a:r>
            <a:endParaRPr lang="en-US" sz="1200" dirty="0"/>
          </a:p>
          <a:p>
            <a:pPr indent="0" marL="0">
              <a:buNone/>
            </a:pPr>
            <a:r>
              <a:rPr lang="en-US" sz="1200" dirty="0">
                <a:solidFill>
                  <a:srgbClr val="777777"/>
                </a:solidFill>
                <a:latin typeface="Pretendard" pitchFamily="34" charset="0"/>
                <a:ea typeface="Pretendard" pitchFamily="34" charset="-122"/>
                <a:cs typeface="Pretendard" pitchFamily="34" charset="-120"/>
              </a:rPr>
              <a:t>·도움 창구</a:t>
            </a:r>
            <a:endParaRPr lang="en-US" sz="1200" dirty="0"/>
          </a:p>
        </p:txBody>
      </p:sp>
      <p:sp>
        <p:nvSpPr>
          <p:cNvPr id="20" name="결론 배너"/>
          <p:cNvSpPr/>
          <p:nvPr/>
        </p:nvSpPr>
        <p:spPr>
          <a:xfrm>
            <a:off x="475488" y="3749040"/>
            <a:ext cx="8193024" cy="685800"/>
          </a:xfrm>
          <a:prstGeom prst="roundRect">
            <a:avLst>
              <a:gd name="adj" fmla="val 13333"/>
            </a:avLst>
          </a:prstGeom>
          <a:solidFill>
            <a:srgbClr val="333333"/>
          </a:solidFill>
          <a:ln w="12700">
            <a:solidFill>
              <a:srgbClr val="333333"/>
            </a:solidFill>
            <a:prstDash val="solid"/>
          </a:ln>
        </p:spPr>
      </p:sp>
      <p:sp>
        <p:nvSpPr>
          <p:cNvPr id="21" name="Text 19"/>
          <p:cNvSpPr txBox="1"/>
          <p:nvPr/>
        </p:nvSpPr>
        <p:spPr>
          <a:xfrm>
            <a:off x="475488" y="3749040"/>
            <a:ext cx="8193024"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교내 게시·방송은 허락받을 수 있는 범위에서 정해요</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제목 표식"/>
          <p:cNvSpPr/>
          <p:nvPr/>
        </p:nvSpPr>
        <p:spPr>
          <a:xfrm>
            <a:off x="480060" y="708660"/>
            <a:ext cx="36576" cy="173736"/>
          </a:xfrm>
          <a:prstGeom prst="rect">
            <a:avLst/>
          </a:prstGeom>
          <a:solidFill>
            <a:srgbClr val="333333"/>
          </a:solidFill>
          <a:ln w="12700">
            <a:solidFill>
              <a:srgbClr val="333333"/>
            </a:solidFill>
            <a:prstDash val="solid"/>
          </a:ln>
        </p:spPr>
      </p:sp>
      <p:sp>
        <p:nvSpPr>
          <p:cNvPr id="3" name="Text 1"/>
          <p:cNvSpPr/>
          <p:nvPr>
            <p:ph idx="101" type="title" hasCustomPrompt="1"/>
          </p:nvPr>
        </p:nvSpPr>
        <p:spPr>
          <a:xfrm>
            <a:off x="630936" y="566928"/>
            <a:ext cx="7863840" cy="457200"/>
          </a:xfrm>
          <a:prstGeom prst="rect">
            <a:avLst/>
          </a:prstGeom>
          <a:noFill/>
          <a:ln/>
        </p:spPr>
        <p:txBody>
          <a:bodyPr wrap="square" lIns="0" tIns="0" rIns="0" bIns="0" rtlCol="0" anchor="ctr"/>
          <a:lstStyle/>
          <a:p>
            <a:pPr algn="l" indent="0" marL="0">
              <a:buNone/>
            </a:pPr>
            <a:r>
              <a:rPr lang="en-US" sz="2800" b="1" dirty="0">
                <a:solidFill>
                  <a:srgbClr val="333333"/>
                </a:solidFill>
                <a:latin typeface="Pretendard" pitchFamily="34" charset="0"/>
                <a:ea typeface="Pretendard" pitchFamily="34" charset="-122"/>
                <a:cs typeface="Pretendard" pitchFamily="34" charset="-120"/>
              </a:rPr>
              <a:t>모둠 중간 발표</a:t>
            </a:r>
            <a:pPr algn="l" indent="0" marL="0">
              <a:buNone/>
            </a:pPr>
            <a:r>
              <a:rPr lang="en-US" sz="1400" b="1" dirty="0">
                <a:solidFill>
                  <a:srgbClr val="9A9A9A"/>
                </a:solidFill>
                <a:latin typeface="Pretendard" pitchFamily="34" charset="0"/>
                <a:ea typeface="Pretendard" pitchFamily="34" charset="-122"/>
                <a:cs typeface="Pretendard" pitchFamily="34" charset="-120"/>
              </a:rPr>
              <a:t>   Check-up</a:t>
            </a:r>
            <a:endParaRPr lang="en-US" sz="2800" dirty="0"/>
          </a:p>
        </p:txBody>
      </p:sp>
      <p:sp>
        <p:nvSpPr>
          <p:cNvPr id="4" name="발표 카드"/>
          <p:cNvSpPr/>
          <p:nvPr/>
        </p:nvSpPr>
        <p:spPr>
          <a:xfrm>
            <a:off x="475488" y="1234440"/>
            <a:ext cx="4114800" cy="3154680"/>
          </a:xfrm>
          <a:prstGeom prst="roundRect">
            <a:avLst>
              <a:gd name="adj" fmla="val 4058"/>
            </a:avLst>
          </a:prstGeom>
          <a:solidFill>
            <a:srgbClr val="F3F3F3"/>
          </a:solidFill>
          <a:ln w="12700">
            <a:solidFill>
              <a:srgbClr val="F3F3F3"/>
            </a:solidFill>
            <a:prstDash val="solid"/>
          </a:ln>
        </p:spPr>
      </p:sp>
      <p:sp>
        <p:nvSpPr>
          <p:cNvPr id="5" name="발표 라벨"/>
          <p:cNvSpPr/>
          <p:nvPr/>
        </p:nvSpPr>
        <p:spPr>
          <a:xfrm>
            <a:off x="777240" y="1463040"/>
            <a:ext cx="1280160" cy="347472"/>
          </a:xfrm>
          <a:prstGeom prst="roundRect">
            <a:avLst>
              <a:gd name="adj" fmla="val 21053"/>
            </a:avLst>
          </a:prstGeom>
          <a:solidFill>
            <a:srgbClr val="FDEBE1"/>
          </a:solidFill>
          <a:ln w="12700">
            <a:solidFill>
              <a:srgbClr val="FDEBE1"/>
            </a:solidFill>
            <a:prstDash val="solid"/>
          </a:ln>
        </p:spPr>
      </p:sp>
      <p:sp>
        <p:nvSpPr>
          <p:cNvPr id="6" name="Text 4"/>
          <p:cNvSpPr txBox="1"/>
          <p:nvPr/>
        </p:nvSpPr>
        <p:spPr>
          <a:xfrm>
            <a:off x="777240" y="1463040"/>
            <a:ext cx="1280160" cy="347472"/>
          </a:xfrm>
          <a:prstGeom prst="rect">
            <a:avLst/>
          </a:prstGeom>
          <a:noFill/>
          <a:ln/>
        </p:spPr>
        <p:txBody>
          <a:bodyPr wrap="square" lIns="0" tIns="0" rIns="0" bIns="0" rtlCol="0" anchor="ctr"/>
          <a:lstStyle/>
          <a:p>
            <a:pPr algn="ctr" indent="0" marL="0">
              <a:buNone/>
            </a:pPr>
            <a:r>
              <a:rPr lang="en-US" sz="1300" b="1" dirty="0">
                <a:solidFill>
                  <a:srgbClr val="FF6B35"/>
                </a:solidFill>
                <a:latin typeface="Pretendard" pitchFamily="34" charset="0"/>
                <a:ea typeface="Pretendard" pitchFamily="34" charset="-122"/>
                <a:cs typeface="Pretendard" pitchFamily="34" charset="-120"/>
              </a:rPr>
              <a:t>1분 발표</a:t>
            </a:r>
            <a:endParaRPr lang="en-US" sz="1300" dirty="0"/>
          </a:p>
        </p:txBody>
      </p:sp>
      <p:sp>
        <p:nvSpPr>
          <p:cNvPr id="7" name="Text 5"/>
          <p:cNvSpPr txBox="1"/>
          <p:nvPr/>
        </p:nvSpPr>
        <p:spPr>
          <a:xfrm>
            <a:off x="777240" y="2011680"/>
            <a:ext cx="3520440" cy="1554480"/>
          </a:xfrm>
          <a:prstGeom prst="rect">
            <a:avLst/>
          </a:prstGeom>
          <a:noFill/>
          <a:ln/>
        </p:spPr>
        <p:txBody>
          <a:bodyPr wrap="square" lIns="0" tIns="0" rIns="0" bIns="0" rtlCol="0" anchor="t"/>
          <a:lstStyle/>
          <a:p>
            <a:pPr marL="342900" indent="-342900">
              <a:spcAft>
                <a:spcPts val="800"/>
              </a:spcAft>
              <a:buSzPct val="100000"/>
              <a:buChar char="•"/>
            </a:pPr>
            <a:r>
              <a:rPr lang="en-US" sz="1800" b="1" dirty="0">
                <a:solidFill>
                  <a:srgbClr val="333333"/>
                </a:solidFill>
                <a:latin typeface="Pretendard" pitchFamily="34" charset="0"/>
                <a:ea typeface="Pretendard" pitchFamily="34" charset="-122"/>
                <a:cs typeface="Pretendard" pitchFamily="34" charset="-120"/>
              </a:rPr>
              <a:t>대상</a:t>
            </a:r>
            <a:endParaRPr lang="en-US" sz="1800" dirty="0"/>
          </a:p>
          <a:p>
            <a:pPr marL="342900" indent="-342900">
              <a:spcAft>
                <a:spcPts val="800"/>
              </a:spcAft>
              <a:buSzPct val="100000"/>
              <a:buChar char="•"/>
            </a:pPr>
            <a:r>
              <a:rPr lang="en-US" sz="1800" b="1" dirty="0">
                <a:solidFill>
                  <a:srgbClr val="333333"/>
                </a:solidFill>
                <a:latin typeface="Pretendard" pitchFamily="34" charset="0"/>
                <a:ea typeface="Pretendard" pitchFamily="34" charset="-122"/>
                <a:cs typeface="Pretendard" pitchFamily="34" charset="-120"/>
              </a:rPr>
              <a:t>핵심 메시지 한 문장</a:t>
            </a:r>
            <a:endParaRPr lang="en-US" sz="1800" dirty="0"/>
          </a:p>
          <a:p>
            <a:pPr marL="342900" indent="-342900">
              <a:spcAft>
                <a:spcPts val="800"/>
              </a:spcAft>
              <a:buSzPct val="100000"/>
              <a:buChar char="•"/>
            </a:pPr>
            <a:r>
              <a:rPr lang="en-US" sz="1800" b="1" dirty="0">
                <a:solidFill>
                  <a:srgbClr val="333333"/>
                </a:solidFill>
                <a:latin typeface="Pretendard" pitchFamily="34" charset="0"/>
                <a:ea typeface="Pretendard" pitchFamily="34" charset="-122"/>
                <a:cs typeface="Pretendard" pitchFamily="34" charset="-120"/>
              </a:rPr>
              <a:t>매체</a:t>
            </a:r>
            <a:endParaRPr lang="en-US" sz="1800" dirty="0"/>
          </a:p>
        </p:txBody>
      </p:sp>
      <p:sp>
        <p:nvSpPr>
          <p:cNvPr id="8" name="Text 6"/>
          <p:cNvSpPr txBox="1"/>
          <p:nvPr/>
        </p:nvSpPr>
        <p:spPr>
          <a:xfrm>
            <a:off x="777240" y="3657600"/>
            <a:ext cx="3520440" cy="548640"/>
          </a:xfrm>
          <a:prstGeom prst="rect">
            <a:avLst/>
          </a:prstGeom>
          <a:noFill/>
          <a:ln/>
        </p:spPr>
        <p:txBody>
          <a:bodyPr wrap="square" lIns="0" tIns="0" rIns="0" bIns="0" rtlCol="0" anchor="t"/>
          <a:lstStyle/>
          <a:p>
            <a:pPr indent="0" marL="0">
              <a:buNone/>
            </a:pPr>
            <a:r>
              <a:rPr lang="en-US" sz="1300" dirty="0">
                <a:solidFill>
                  <a:srgbClr val="777777"/>
                </a:solidFill>
                <a:latin typeface="Pretendard" pitchFamily="34" charset="0"/>
                <a:ea typeface="Pretendard" pitchFamily="34" charset="-122"/>
                <a:cs typeface="Pretendard" pitchFamily="34" charset="-120"/>
              </a:rPr>
              <a:t>듣는 모둠은 “좋았던 점 한 줄”을 써요.</a:t>
            </a:r>
            <a:endParaRPr lang="en-US" sz="1300" dirty="0"/>
          </a:p>
        </p:txBody>
      </p:sp>
      <p:sp>
        <p:nvSpPr>
          <p:cNvPr id="9" name="피드백 카드"/>
          <p:cNvSpPr/>
          <p:nvPr/>
        </p:nvSpPr>
        <p:spPr>
          <a:xfrm>
            <a:off x="4846320" y="1234440"/>
            <a:ext cx="3822192" cy="3154680"/>
          </a:xfrm>
          <a:prstGeom prst="roundRect">
            <a:avLst>
              <a:gd name="adj" fmla="val 3478"/>
            </a:avLst>
          </a:prstGeom>
          <a:solidFill>
            <a:srgbClr val="FDEBE1"/>
          </a:solidFill>
          <a:ln w="22225">
            <a:solidFill>
              <a:srgbClr val="FF6B35"/>
            </a:solidFill>
            <a:prstDash val="dash"/>
          </a:ln>
        </p:spPr>
      </p:sp>
      <p:sp>
        <p:nvSpPr>
          <p:cNvPr id="10" name="피드백 라벨"/>
          <p:cNvSpPr/>
          <p:nvPr/>
        </p:nvSpPr>
        <p:spPr>
          <a:xfrm>
            <a:off x="5120640" y="1417320"/>
            <a:ext cx="1097280" cy="329184"/>
          </a:xfrm>
          <a:prstGeom prst="roundRect">
            <a:avLst>
              <a:gd name="adj" fmla="val 22222"/>
            </a:avLst>
          </a:prstGeom>
          <a:solidFill>
            <a:srgbClr val="FFFFFF"/>
          </a:solidFill>
          <a:ln w="12700">
            <a:solidFill>
              <a:srgbClr val="FFFFFF"/>
            </a:solidFill>
            <a:prstDash val="solid"/>
          </a:ln>
        </p:spPr>
      </p:sp>
      <p:sp>
        <p:nvSpPr>
          <p:cNvPr id="11" name="Text 9"/>
          <p:cNvSpPr txBox="1"/>
          <p:nvPr/>
        </p:nvSpPr>
        <p:spPr>
          <a:xfrm>
            <a:off x="5120640" y="1417320"/>
            <a:ext cx="1097280" cy="329184"/>
          </a:xfrm>
          <a:prstGeom prst="rect">
            <a:avLst/>
          </a:prstGeom>
          <a:noFill/>
          <a:ln/>
        </p:spPr>
        <p:txBody>
          <a:bodyPr wrap="square" lIns="0" tIns="0" rIns="0" bIns="0" rtlCol="0" anchor="ctr"/>
          <a:lstStyle/>
          <a:p>
            <a:pPr algn="ctr" indent="0" marL="0">
              <a:buNone/>
            </a:pPr>
            <a:r>
              <a:rPr lang="en-US" sz="1200" b="1" dirty="0">
                <a:solidFill>
                  <a:srgbClr val="FF6B35"/>
                </a:solidFill>
                <a:latin typeface="Pretendard" pitchFamily="34" charset="0"/>
                <a:ea typeface="Pretendard" pitchFamily="34" charset="-122"/>
                <a:cs typeface="Pretendard" pitchFamily="34" charset="-120"/>
              </a:rPr>
              <a:t>FEEDBACK</a:t>
            </a:r>
            <a:endParaRPr lang="en-US" sz="1200" dirty="0"/>
          </a:p>
        </p:txBody>
      </p:sp>
      <p:sp>
        <p:nvSpPr>
          <p:cNvPr id="12" name="Text 10"/>
          <p:cNvSpPr txBox="1"/>
          <p:nvPr/>
        </p:nvSpPr>
        <p:spPr>
          <a:xfrm>
            <a:off x="5120640" y="2011680"/>
            <a:ext cx="3383280" cy="14630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333333"/>
                </a:solidFill>
                <a:latin typeface="Pretendard" pitchFamily="34" charset="0"/>
                <a:ea typeface="Pretendard" pitchFamily="34" charset="-122"/>
                <a:cs typeface="Pretendard" pitchFamily="34" charset="-120"/>
              </a:rPr>
              <a:t>정확한가</a:t>
            </a:r>
            <a:endParaRPr lang="en-US" sz="1600" dirty="0"/>
          </a:p>
          <a:p>
            <a:pPr marL="342900" indent="-342900">
              <a:spcAft>
                <a:spcPts val="800"/>
              </a:spcAft>
              <a:buSzPct val="100000"/>
              <a:buChar char="•"/>
            </a:pPr>
            <a:r>
              <a:rPr lang="en-US" sz="1600" dirty="0">
                <a:solidFill>
                  <a:srgbClr val="333333"/>
                </a:solidFill>
                <a:latin typeface="Pretendard" pitchFamily="34" charset="0"/>
                <a:ea typeface="Pretendard" pitchFamily="34" charset="-122"/>
                <a:cs typeface="Pretendard" pitchFamily="34" charset="-120"/>
              </a:rPr>
              <a:t>존중하는가</a:t>
            </a:r>
            <a:endParaRPr lang="en-US" sz="1600" dirty="0"/>
          </a:p>
          <a:p>
            <a:pPr marL="342900" indent="-342900">
              <a:spcAft>
                <a:spcPts val="800"/>
              </a:spcAft>
              <a:buSzPct val="100000"/>
              <a:buChar char="•"/>
            </a:pPr>
            <a:r>
              <a:rPr lang="en-US" sz="1600" dirty="0">
                <a:solidFill>
                  <a:srgbClr val="333333"/>
                </a:solidFill>
                <a:latin typeface="Pretendard" pitchFamily="34" charset="0"/>
                <a:ea typeface="Pretendard" pitchFamily="34" charset="-122"/>
                <a:cs typeface="Pretendard" pitchFamily="34" charset="-120"/>
              </a:rPr>
              <a:t>출처를 밝혔는가</a:t>
            </a:r>
            <a:endParaRPr lang="en-US" sz="1600" dirty="0"/>
          </a:p>
        </p:txBody>
      </p:sp>
      <p:sp>
        <p:nvSpPr>
          <p:cNvPr id="13" name="Text 11"/>
          <p:cNvSpPr txBox="1"/>
          <p:nvPr/>
        </p:nvSpPr>
        <p:spPr>
          <a:xfrm>
            <a:off x="5120640" y="3886200"/>
            <a:ext cx="3383280" cy="365760"/>
          </a:xfrm>
          <a:prstGeom prst="rect">
            <a:avLst/>
          </a:prstGeom>
          <a:noFill/>
          <a:ln/>
        </p:spPr>
        <p:txBody>
          <a:bodyPr wrap="square" lIns="0" tIns="0" rIns="0" bIns="0" rtlCol="0" anchor="ctr"/>
          <a:lstStyle/>
          <a:p>
            <a:pPr indent="0" marL="0">
              <a:buNone/>
            </a:pPr>
            <a:r>
              <a:rPr lang="en-US" sz="1400" b="1" dirty="0">
                <a:solidFill>
                  <a:srgbClr val="FF6B35"/>
                </a:solidFill>
                <a:latin typeface="Pretendard" pitchFamily="34" charset="0"/>
                <a:ea typeface="Pretendard" pitchFamily="34" charset="-122"/>
                <a:cs typeface="Pretendard" pitchFamily="34" charset="-120"/>
              </a:rPr>
              <a:t>7분 · 활동지 4쪽</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1828800" y="777240"/>
            <a:ext cx="5486400" cy="320040"/>
          </a:xfrm>
          <a:prstGeom prst="rect">
            <a:avLst/>
          </a:prstGeom>
          <a:noFill/>
          <a:ln/>
        </p:spPr>
        <p:txBody>
          <a:bodyPr wrap="square" lIns="0" tIns="0" rIns="0" bIns="0" rtlCol="0" anchor="ctr"/>
          <a:lstStyle/>
          <a:p>
            <a:pPr algn="ctr" indent="0" marL="0">
              <a:buNone/>
            </a:pPr>
            <a:r>
              <a:rPr lang="en-US" sz="1500" dirty="0">
                <a:solidFill>
                  <a:srgbClr val="A8A8A8"/>
                </a:solidFill>
                <a:latin typeface="Pretendard" pitchFamily="34" charset="0"/>
                <a:ea typeface="Pretendard" pitchFamily="34" charset="-122"/>
                <a:cs typeface="Pretendard" pitchFamily="34" charset="-120"/>
              </a:rPr>
              <a:t>오늘의 한 줄</a:t>
            </a:r>
            <a:endParaRPr lang="en-US" sz="1500" dirty="0"/>
          </a:p>
        </p:txBody>
      </p:sp>
      <p:sp>
        <p:nvSpPr>
          <p:cNvPr id="3" name="Text 1"/>
          <p:cNvSpPr txBox="1"/>
          <p:nvPr/>
        </p:nvSpPr>
        <p:spPr>
          <a:xfrm>
            <a:off x="914400" y="1280160"/>
            <a:ext cx="7315200" cy="731520"/>
          </a:xfrm>
          <a:prstGeom prst="rect">
            <a:avLst/>
          </a:prstGeom>
          <a:noFill/>
          <a:ln/>
        </p:spPr>
        <p:txBody>
          <a:bodyPr wrap="square" lIns="0" tIns="0" rIns="0" bIns="0" rtlCol="0" anchor="ctr"/>
          <a:lstStyle/>
          <a:p>
            <a:pPr algn="ctr" indent="0" marL="0">
              <a:buNone/>
            </a:pPr>
            <a:r>
              <a:rPr lang="en-US" sz="3000" dirty="0">
                <a:solidFill>
                  <a:srgbClr val="FFFFFF"/>
                </a:solidFill>
                <a:latin typeface="Pretendard" pitchFamily="34" charset="0"/>
                <a:ea typeface="Pretendard" pitchFamily="34" charset="-122"/>
                <a:cs typeface="Pretendard" pitchFamily="34" charset="-120"/>
              </a:rPr>
              <a:t>우리 모둠 캠페인은</a:t>
            </a:r>
            <a:endParaRPr lang="en-US" sz="3000" dirty="0"/>
          </a:p>
        </p:txBody>
      </p:sp>
      <p:sp>
        <p:nvSpPr>
          <p:cNvPr id="4" name="Text 2"/>
          <p:cNvSpPr txBox="1"/>
          <p:nvPr/>
        </p:nvSpPr>
        <p:spPr>
          <a:xfrm>
            <a:off x="914400" y="2011680"/>
            <a:ext cx="7315200" cy="914400"/>
          </a:xfrm>
          <a:prstGeom prst="rect">
            <a:avLst/>
          </a:prstGeom>
          <a:noFill/>
          <a:ln/>
        </p:spPr>
        <p:txBody>
          <a:bodyPr wrap="square" lIns="0" tIns="0" rIns="0" bIns="0" rtlCol="0" anchor="ctr"/>
          <a:lstStyle/>
          <a:p>
            <a:pPr algn="ctr" indent="0" marL="0">
              <a:buNone/>
            </a:pPr>
            <a:r>
              <a:rPr lang="en-US" sz="4200" b="1" dirty="0">
                <a:solidFill>
                  <a:srgbClr val="FFFFFF"/>
                </a:solidFill>
                <a:latin typeface="Pretendard" pitchFamily="34" charset="0"/>
                <a:ea typeface="Pretendard" pitchFamily="34" charset="-122"/>
                <a:cs typeface="Pretendard" pitchFamily="34" charset="-120"/>
              </a:rPr>
              <a:t>누구에게 무엇을 전할까?</a:t>
            </a:r>
            <a:endParaRPr lang="en-US" sz="4200" dirty="0"/>
          </a:p>
        </p:txBody>
      </p:sp>
      <p:sp>
        <p:nvSpPr>
          <p:cNvPr id="5" name="위 구분선"/>
          <p:cNvSpPr/>
          <p:nvPr/>
        </p:nvSpPr>
        <p:spPr>
          <a:xfrm>
            <a:off x="1828800" y="3337560"/>
            <a:ext cx="5486400" cy="0"/>
          </a:xfrm>
          <a:prstGeom prst="line">
            <a:avLst/>
          </a:prstGeom>
          <a:noFill/>
          <a:ln w="12700">
            <a:solidFill>
              <a:srgbClr val="FFFFFF"/>
            </a:solidFill>
            <a:prstDash val="solid"/>
          </a:ln>
        </p:spPr>
      </p:sp>
      <p:sp>
        <p:nvSpPr>
          <p:cNvPr id="6" name="Text 4"/>
          <p:cNvSpPr txBox="1"/>
          <p:nvPr/>
        </p:nvSpPr>
        <p:spPr>
          <a:xfrm>
            <a:off x="1828800" y="3401568"/>
            <a:ext cx="2377440" cy="457200"/>
          </a:xfrm>
          <a:prstGeom prst="rect">
            <a:avLst/>
          </a:prstGeom>
          <a:noFill/>
          <a:ln/>
        </p:spPr>
        <p:txBody>
          <a:bodyPr wrap="square" lIns="0" tIns="0" rIns="0" bIns="0" rtlCol="0" anchor="ctr"/>
          <a:lstStyle/>
          <a:p>
            <a:pPr indent="0" marL="0">
              <a:buNone/>
            </a:pPr>
            <a:r>
              <a:rPr lang="en-US" sz="1400" dirty="0">
                <a:solidFill>
                  <a:srgbClr val="FFFFFF"/>
                </a:solidFill>
                <a:latin typeface="Pretendard" pitchFamily="34" charset="0"/>
                <a:ea typeface="Pretendard" pitchFamily="34" charset="-122"/>
                <a:cs typeface="Pretendard" pitchFamily="34" charset="-120"/>
              </a:rPr>
              <a:t>다음 시간 · 5교과 합동</a:t>
            </a:r>
            <a:endParaRPr lang="en-US" sz="1400" dirty="0"/>
          </a:p>
        </p:txBody>
      </p:sp>
      <p:sp>
        <p:nvSpPr>
          <p:cNvPr id="7" name="Text 5"/>
          <p:cNvSpPr txBox="1"/>
          <p:nvPr/>
        </p:nvSpPr>
        <p:spPr>
          <a:xfrm>
            <a:off x="3840480" y="3401568"/>
            <a:ext cx="3474720" cy="457200"/>
          </a:xfrm>
          <a:prstGeom prst="rect">
            <a:avLst/>
          </a:prstGeom>
          <a:noFill/>
          <a:ln/>
        </p:spPr>
        <p:txBody>
          <a:bodyPr wrap="square" lIns="0" tIns="0" rIns="0" bIns="0" rtlCol="0" anchor="ctr"/>
          <a:lstStyle/>
          <a:p>
            <a:pPr algn="r" indent="0" marL="0">
              <a:buNone/>
            </a:pPr>
            <a:r>
              <a:rPr lang="en-US" sz="1400" dirty="0">
                <a:solidFill>
                  <a:srgbClr val="FFFFFF"/>
                </a:solidFill>
                <a:latin typeface="Pretendard" pitchFamily="34" charset="0"/>
                <a:ea typeface="Pretendard" pitchFamily="34" charset="-122"/>
                <a:cs typeface="Pretendard" pitchFamily="34" charset="-120"/>
              </a:rPr>
              <a:t>캠페인을 완성하고 나눠요</a:t>
            </a:r>
            <a:endParaRPr lang="en-US" sz="1400" dirty="0"/>
          </a:p>
        </p:txBody>
      </p:sp>
      <p:sp>
        <p:nvSpPr>
          <p:cNvPr id="8" name="아래 구분선"/>
          <p:cNvSpPr/>
          <p:nvPr/>
        </p:nvSpPr>
        <p:spPr>
          <a:xfrm>
            <a:off x="1828800" y="3904488"/>
            <a:ext cx="5486400" cy="0"/>
          </a:xfrm>
          <a:prstGeom prst="line">
            <a:avLst/>
          </a:prstGeom>
          <a:noFill/>
          <a:ln w="12700">
            <a:solidFill>
              <a:srgbClr val="FFFFFF"/>
            </a:solidFill>
            <a:prstDash val="solid"/>
          </a:ln>
        </p:spPr>
      </p:sp>
      <p:sp>
        <p:nvSpPr>
          <p:cNvPr id="9" name="Text 7"/>
          <p:cNvSpPr txBox="1"/>
          <p:nvPr/>
        </p:nvSpPr>
        <p:spPr>
          <a:xfrm>
            <a:off x="1097280" y="4160520"/>
            <a:ext cx="6949440" cy="365760"/>
          </a:xfrm>
          <a:prstGeom prst="rect">
            <a:avLst/>
          </a:prstGeom>
          <a:noFill/>
          <a:ln/>
        </p:spPr>
        <p:txBody>
          <a:bodyPr wrap="square" lIns="0" tIns="0" rIns="0" bIns="0" rtlCol="0" anchor="ctr"/>
          <a:lstStyle/>
          <a:p>
            <a:pPr algn="ctr" indent="0" marL="0">
              <a:buNone/>
            </a:pPr>
            <a:r>
              <a:rPr lang="en-US" sz="1300" dirty="0">
                <a:solidFill>
                  <a:srgbClr val="A8A8A8"/>
                </a:solidFill>
                <a:latin typeface="Pretendard" pitchFamily="34" charset="0"/>
                <a:ea typeface="Pretendard" pitchFamily="34" charset="-122"/>
                <a:cs typeface="Pretendard" pitchFamily="34" charset="-120"/>
              </a:rPr>
              <a:t>걱정되는 일이 있거나 도움이 필요하면 담임 · 보건 · 상담 선생님께 편하게 말해요.</a:t>
            </a:r>
            <a:endParaRPr lang="en-US" sz="1300" dirty="0"/>
          </a:p>
        </p:txBody>
      </p:sp>
    </p:spTree>
  </p:cSld>
  <p:clrMapOvr>
    <a:masterClrMapping/>
  </p:clrMapOvr>
</p:sld>
</file>

<file path=ppt/theme/theme1.xml><?xml version="1.0" encoding="utf-8"?>
<a:theme xmlns:a="http://schemas.openxmlformats.org/drawingml/2006/main" name="오색렌즈 리포트">
  <a:themeElements>
    <a:clrScheme name="오색렌즈 리포트">
      <a:dk1>
        <a:srgbClr val="333333"/>
      </a:dk1>
      <a:lt1>
        <a:srgbClr val="FFFFFF"/>
      </a:lt1>
      <a:dk2>
        <a:srgbClr val="555555"/>
      </a:dk2>
      <a:lt2>
        <a:srgbClr val="F3F3F3"/>
      </a:lt2>
      <a:accent1>
        <a:srgbClr val="FF6B35"/>
      </a:accent1>
      <a:accent2>
        <a:srgbClr val="FF9E7A"/>
      </a:accent2>
      <a:accent3>
        <a:srgbClr val="FDEBE1"/>
      </a:accent3>
      <a:accent4>
        <a:srgbClr val="7FB0FF"/>
      </a:accent4>
      <a:accent5>
        <a:srgbClr val="777777"/>
      </a:accent5>
      <a:accent6>
        <a:srgbClr val="C9C9C9"/>
      </a:accent6>
      <a:hlink>
        <a:srgbClr val="FF6B35"/>
      </a:hlink>
      <a:folHlink>
        <a:srgbClr val="777777"/>
      </a:folHlink>
    </a:clrScheme>
    <a:fontScheme name="오색렌즈 리포트">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유해정보 리터러시 9차시</dc:title>
  <dc:subject>PptxGenJS Presentation</dc:subject>
  <dc:creator>오색렌즈 교사연구회</dc:creator>
  <cp:lastModifiedBy>오색렌즈 교사연구회</cp:lastModifiedBy>
  <cp:revision>1</cp:revision>
  <dcterms:created xsi:type="dcterms:W3CDTF">2026-10-13T04:34:58Z</dcterms:created>
  <dcterms:modified xsi:type="dcterms:W3CDTF">2026-10-13T04:34:58Z</dcterms:modified>
</cp:coreProperties>
</file>