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7d9a6cfa-ece9-872e-67b6-856cd200d110}">
          <p14:sldIdLst>
            <p14:sldId id="256"/>
          </p14:sldIdLst>
        </p14:section>
        <p14:section name="도입" id="{e431e465-16ad-ce28-0ef5-fb88d67f1d41}">
          <p14:sldIdLst>
            <p14:sldId id="257"/>
            <p14:sldId id="258"/>
            <p14:sldId id="259"/>
          </p14:sldIdLst>
        </p14:section>
        <p14:section name="전개" id="{8c21191c-4bcc-9d09-7fbc-3362f34e0a6f}">
          <p14:sldIdLst>
            <p14:sldId id="260"/>
            <p14:sldId id="261"/>
            <p14:sldId id="262"/>
            <p14:sldId id="263"/>
            <p14:sldId id="264"/>
            <p14:sldId id="265"/>
          </p14:sldIdLst>
        </p14:section>
        <p14:section name="정리" id="{7031688e-6ed9-6156-e7b8-bdbff58fa9dc}">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 후 도입으로 넘어갑니다. 이 수업은 ‘누구의 잘못인가’가 아니라 ‘안전하게 해결하는 순서’를 다룹니다. 모든 사례는 수업용 가상 사례이며, 학생에게 실제 경험을 말하도록 요구하지 않습니다. 학생이 실제 피해나 걱정을 이야기하면 수업을 이어 가되 쉬는 시간 등에 개별 면담으로 연결하고, 학교 내 절차에 따라 처리합니다(확인 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(4분 중 약 1분). 지금까지 배운 정보 5문을 떠올립니다. 5문은 ‘믿기 전’에 쓰는 도구였습니다. 오늘은 이미 믿고 행동해서 문제가 생겼거나, 친구가 위험해 보일 때 ⑤ 재확인 이후의 대응을 다룬다고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(약 2분). 활동지 1쪽 활동 1. 응답은 공개하거나 평가하지 않습니다. ‘말하기 어려운 이유’를 학생이 말하게 하면 이후 활동(혼자 해결하려는 마음)과 자연스럽게 이어집니다. 상황은 모두 수업용 가상입니다. C는 몸이 이상한 상황이므로 실제로 불편한 학생이 있으면 즉시 보건실로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(2분). 학생 응답을 바탕으로 학습문제를 제시하고 학습목표를 확인합니다. ‘잘못한 사람 찾기’가 아니라 ‘안전하게 해결하는 방법’이 초점임을 강조합니다.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전개 1 (5분 중 약 2분, 사회·보건). 활동지 1쪽 네 가지 모습 표. 활동 1에서 학생이 말한 ‘말하기 어려운 이유’(혼날까 봐, 창피해서, 배신 같아서)를 이 장과 연결합니다. 어른의 반응을 “절대 혼나지 않는다”처럼 단정하여 약속하지 않고 “안전이 먼저”라는 원칙으로 설명합니다. 약물 이름·용량·도박 방법 등 구체적 방법은 다루지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전개 1 (약 3분). 활동지 1쪽 대응 4단계 표. 오른쪽 열 ‘이런 말은 하지 않아요’(한 번만 더, 다 지워야지, 혼자 해결할 수 있어, 어차피 소용없어)는 학생 의견을 더 받아도 좋습니다. 몸이 많이 불편하면 순서와 상관없이 곁의 어른에게 바로 알리는 것이 먼저임을 말해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전개 2 (9분). 모둠(4명)별로 서로 다른 사례를 나눠 줍니다. 순회하며 “이 상황에서 가장 먼저 할 일은?”을 묻습니다. 교사 참고(발표 전에 알려 주지 않음, 정답 하나가 아님): ㉮ 돈 – 멈추기(더 결제하지 않기)와 알리기(친구에게 어른과 말하자고 권하고 보호자·선생님께 알림), 비난하지 않기, 필요하면 도박 상담 창구 연결. ㉯ 개인정보 – 멈추기(더 보내지 않고 답하지 않기), 남기기(대화 보관), 알리기(보호자·담임·상담), 상황이 급하면 112 등 신고 창구. ㉰ 몸과 건강 – 몸이 많이 불편하면 곁의 어른에게 바로 알리고 보건·응급(119)로 연결, 혼날까 걱정되어 숨기는 것이 가장 위험함을 확인. ㉱ 관계 – 비밀을 지키겠다고 약속하지 않고 비난 없이 함께 어른에게 가자고 제안, 돈을 빌려주지 않기, 필요하면 도박 상담 창구 연결. 사례는 모두 재구성한 가상 사례입니다.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전개 3 (4분). 활동지 3쪽 도움 창구 안내 카드. 번호는 수업 전 반드시 해당 기관 누리집에서 최신 번호·운영 시간을 확인하세요(확인 필요). 이 자료 작성 시 1336(도박 상담)은 한국도박문제예방치유원 관련 안내로, 1388(청소년 상담)과 1342(마약류 상담)는 공개 보도·안내 수준에서 확인했으며 공식 누리집 대조는 하지 못했습니다. 안내 출처: 각 기관의 공개 안내(복지로, 식품의약품안전처, 한국도박문제예방치유원 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전개 4 (7분). 활동지 3쪽 활동 3. 예시 문장은 참고용이며 학생 자신의 말로 바꾸게 합니다. “아무한테도 말 안 할게”가 왜 문제인지(안전이 걸린 일은 혼자 감당할 수 없음)를 짝 활동 뒤에 확인합니다. 친구를 비난하거나 낙인찍는 말은 피하도록 안내합니다. 몸이나 먹는 것에 어려움을 느끼는 학생은 보건·상담 교사 개별 상담으로 연결합니다.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전개 5 (4분). 활동지 3쪽 활동 4. 위 약속은 예시이며 학생 의견이 우선입니다. 새 문항을 늘리지 않고 ⑤ 재확인에 덧붙입니다. 완성한 약속은 9~10차시 캠페인 메시지로 활용합니다.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 1 (7분). 개인 활동. 교사 참고(정답 하나가 아님): 유형 – 돈. 지금 바로 할 일 – ① 멈추기(더 보내지 않기, 이미 보낸 돈이 아까운 마음 때문에 더 보내면 피해가 커질 수 있음) + ② 남기기(쪽지·송금 기록 보관). 말할 어른 – 보호자·담임·상담 등. 창구 – 학교 선생님·보호자, 필요하면 112 상담. 근거가 타당하면 다른 순서도 인정합니다. 사례는 가상이며 실제 연락이나 신고는 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 2 (3분). 활동지 4쪽 “문제가 생기면 나는 먼저 ____ 한다. 그리고 ____ 에게 말한다. 왜냐하면 ____ 이기 때문이다.”를 작성합니다. 다음 차시(9~10차시)는 5교과 합동으로 지금까지 배운 판단 도구와 우리 반 도움 약속을 모아 캠페인을 만든다고 안내합니다. 사례는 모두 가상임을 다시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FRAM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RAM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570732" y="246888"/>
            <a:ext cx="2002536" cy="228600"/>
          </a:xfrm>
          <a:prstGeom prst="rect">
            <a:avLst/>
          </a:prstGeom>
          <a:noFill/>
          <a:ln/>
        </p:spPr>
        <p:txBody>
          <a:bodyPr wrap="square" lIns="0" tIns="0" rIns="0" bIns="0" rtlCol="0" anchor="ctr"/>
          <a:lstStyle/>
          <a:p>
            <a:pPr algn="ctr" indent="0" marL="0">
              <a:buNone/>
            </a:pPr>
            <a:r>
              <a:rPr lang="en-US" sz="1200" dirty="0">
                <a:solidFill>
                  <a:srgbClr val="FFFFFF"/>
                </a:solidFill>
                <a:latin typeface="Pretendard" pitchFamily="34" charset="0"/>
                <a:ea typeface="Pretendard" pitchFamily="34" charset="-122"/>
                <a:cs typeface="Pretendard" pitchFamily="34" charset="-120"/>
              </a:rPr>
              <a:t>유해정보 리터러시</a:t>
            </a:r>
            <a:endParaRPr lang="en-US" sz="1200" dirty="0"/>
          </a:p>
        </p:txBody>
      </p:sp>
      <p:sp>
        <p:nvSpPr>
          <p:cNvPr id="3" name="Text 1"/>
          <p:cNvSpPr/>
          <p:nvPr>
            <p:ph idx="101" type="title" hasCustomPrompt="1"/>
          </p:nvPr>
        </p:nvSpPr>
        <p:spPr>
          <a:xfrm>
            <a:off x="630936" y="566928"/>
            <a:ext cx="7863840" cy="457200"/>
          </a:xfrm>
          <a:prstGeom prst="rect">
            <a:avLst/>
          </a:prstGeom>
          <a:noFill/>
          <a:ln/>
        </p:spPr>
        <p:txBody>
          <a:bodyPr wrap="square" rtlCol="0"/>
          <a:lstStyle>
            <a:lvl1pPr algn="l" indent="0" marL="0">
              <a:buNone/>
              <a:defRPr lang="en-US" sz="2800" b="1" dirty="0">
                <a:solidFill>
                  <a:srgbClr val="333333"/>
                </a:solidFill>
                <a:latin typeface="Pretendard" pitchFamily="34" charset="0"/>
                <a:ea typeface="Pretendard" pitchFamily="34" charset="-122"/>
                <a:cs typeface="Pretendard" pitchFamily="34" charset="-120"/>
              </a:defRPr>
            </a:lvl1pPr>
          </a:lstStyle>
          <a:p>
            <a:pPr algn="l"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33333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188720"/>
            <a:ext cx="7863840" cy="731520"/>
          </a:xfrm>
          <a:prstGeom prst="rect">
            <a:avLst/>
          </a:prstGeom>
          <a:noFill/>
          <a:ln/>
        </p:spPr>
        <p:txBody>
          <a:bodyPr wrap="square" lIns="0" tIns="0" rIns="0" bIns="0" rtlCol="0" anchor="ctr"/>
          <a:lstStyle/>
          <a:p>
            <a:pPr algn="ctr" indent="0" marL="0">
              <a:buNone/>
            </a:pPr>
            <a:r>
              <a:rPr lang="en-US" sz="3600" dirty="0">
                <a:solidFill>
                  <a:srgbClr val="777777"/>
                </a:solidFill>
                <a:latin typeface="Pretendard" pitchFamily="34" charset="0"/>
                <a:ea typeface="Pretendard" pitchFamily="34" charset="-122"/>
                <a:cs typeface="Pretendard" pitchFamily="34" charset="-120"/>
              </a:rPr>
              <a:t>문제가 생겼을 때,</a:t>
            </a:r>
            <a:endParaRPr lang="en-US" sz="3600" dirty="0"/>
          </a:p>
        </p:txBody>
      </p:sp>
      <p:sp>
        <p:nvSpPr>
          <p:cNvPr id="3" name="Text 1"/>
          <p:cNvSpPr txBox="1"/>
          <p:nvPr/>
        </p:nvSpPr>
        <p:spPr>
          <a:xfrm>
            <a:off x="640080" y="1874520"/>
            <a:ext cx="7863840" cy="1051560"/>
          </a:xfrm>
          <a:prstGeom prst="rect">
            <a:avLst/>
          </a:prstGeom>
          <a:noFill/>
          <a:ln/>
        </p:spPr>
        <p:txBody>
          <a:bodyPr wrap="square" lIns="0" tIns="0" rIns="0" bIns="0" rtlCol="0" anchor="ctr"/>
          <a:lstStyle/>
          <a:p>
            <a:pPr algn="ctr" indent="0" marL="0">
              <a:buNone/>
            </a:pPr>
            <a:r>
              <a:rPr lang="en-US" sz="5200" b="1" dirty="0">
                <a:solidFill>
                  <a:srgbClr val="262626"/>
                </a:solidFill>
                <a:latin typeface="Pretendard" pitchFamily="34" charset="0"/>
                <a:ea typeface="Pretendard" pitchFamily="34" charset="-122"/>
                <a:cs typeface="Pretendard" pitchFamily="34" charset="-120"/>
              </a:rPr>
              <a:t>우리는 무엇을 할까?</a:t>
            </a:r>
            <a:endParaRPr lang="en-US" sz="5200" dirty="0"/>
          </a:p>
        </p:txBody>
      </p:sp>
      <p:sp>
        <p:nvSpPr>
          <p:cNvPr id="4" name="정보 바"/>
          <p:cNvSpPr/>
          <p:nvPr/>
        </p:nvSpPr>
        <p:spPr>
          <a:xfrm>
            <a:off x="1828800" y="3268980"/>
            <a:ext cx="5486400" cy="530352"/>
          </a:xfrm>
          <a:prstGeom prst="rect">
            <a:avLst/>
          </a:prstGeom>
          <a:solidFill>
            <a:srgbClr val="F3F3F3"/>
          </a:solidFill>
          <a:ln w="12700">
            <a:solidFill>
              <a:srgbClr val="F3F3F3"/>
            </a:solidFill>
            <a:prstDash val="solid"/>
          </a:ln>
        </p:spPr>
      </p:sp>
      <p:sp>
        <p:nvSpPr>
          <p:cNvPr id="5" name="정보 바 구분선"/>
          <p:cNvSpPr/>
          <p:nvPr/>
        </p:nvSpPr>
        <p:spPr>
          <a:xfrm>
            <a:off x="4572000" y="3410712"/>
            <a:ext cx="0" cy="246888"/>
          </a:xfrm>
          <a:prstGeom prst="line">
            <a:avLst/>
          </a:prstGeom>
          <a:noFill/>
          <a:ln w="12700">
            <a:solidFill>
              <a:srgbClr val="777777"/>
            </a:solidFill>
            <a:prstDash val="solid"/>
          </a:ln>
        </p:spPr>
      </p:sp>
      <p:sp>
        <p:nvSpPr>
          <p:cNvPr id="6" name="Text 4"/>
          <p:cNvSpPr txBox="1"/>
          <p:nvPr/>
        </p:nvSpPr>
        <p:spPr>
          <a:xfrm>
            <a:off x="2057400" y="3268980"/>
            <a:ext cx="2377440" cy="530352"/>
          </a:xfrm>
          <a:prstGeom prst="rect">
            <a:avLst/>
          </a:prstGeom>
          <a:noFill/>
          <a:ln/>
        </p:spPr>
        <p:txBody>
          <a:bodyPr wrap="square" lIns="0" tIns="0" rIns="0" bIns="0" rtlCol="0" anchor="ctr"/>
          <a:lstStyle/>
          <a:p>
            <a:pPr indent="0" marL="0">
              <a:buNone/>
            </a:pPr>
            <a:r>
              <a:rPr lang="en-US" sz="1500" b="1" dirty="0">
                <a:solidFill>
                  <a:srgbClr val="222222"/>
                </a:solidFill>
                <a:latin typeface="Pretendard" pitchFamily="34" charset="0"/>
                <a:ea typeface="Pretendard" pitchFamily="34" charset="-122"/>
                <a:cs typeface="Pretendard" pitchFamily="34" charset="-120"/>
              </a:rPr>
              <a:t>교과  </a:t>
            </a:r>
            <a:pPr indent="0" marL="0">
              <a:buNone/>
            </a:pPr>
            <a:r>
              <a:rPr lang="en-US" sz="1500" dirty="0">
                <a:solidFill>
                  <a:srgbClr val="777777"/>
                </a:solidFill>
                <a:latin typeface="Pretendard" pitchFamily="34" charset="0"/>
                <a:ea typeface="Pretendard" pitchFamily="34" charset="-122"/>
                <a:cs typeface="Pretendard" pitchFamily="34" charset="-120"/>
              </a:rPr>
              <a:t>사회 + 보건 (협력)</a:t>
            </a:r>
            <a:endParaRPr lang="en-US" sz="1500" dirty="0"/>
          </a:p>
        </p:txBody>
      </p:sp>
      <p:sp>
        <p:nvSpPr>
          <p:cNvPr id="7" name="Text 5"/>
          <p:cNvSpPr txBox="1"/>
          <p:nvPr/>
        </p:nvSpPr>
        <p:spPr>
          <a:xfrm>
            <a:off x="4846320" y="3268980"/>
            <a:ext cx="2377440" cy="530352"/>
          </a:xfrm>
          <a:prstGeom prst="rect">
            <a:avLst/>
          </a:prstGeom>
          <a:noFill/>
          <a:ln/>
        </p:spPr>
        <p:txBody>
          <a:bodyPr wrap="square" lIns="0" tIns="0" rIns="0" bIns="0" rtlCol="0" anchor="ctr"/>
          <a:lstStyle/>
          <a:p>
            <a:pPr indent="0" marL="0">
              <a:buNone/>
            </a:pPr>
            <a:r>
              <a:rPr lang="en-US" sz="1500" b="1" dirty="0">
                <a:solidFill>
                  <a:srgbClr val="222222"/>
                </a:solidFill>
                <a:latin typeface="Pretendard" pitchFamily="34" charset="0"/>
                <a:ea typeface="Pretendard" pitchFamily="34" charset="-122"/>
                <a:cs typeface="Pretendard" pitchFamily="34" charset="-120"/>
              </a:rPr>
              <a:t>차시  </a:t>
            </a:r>
            <a:pPr indent="0" marL="0">
              <a:buNone/>
            </a:pPr>
            <a:r>
              <a:rPr lang="en-US" sz="1500" dirty="0">
                <a:solidFill>
                  <a:srgbClr val="777777"/>
                </a:solidFill>
                <a:latin typeface="Pretendard" pitchFamily="34" charset="0"/>
                <a:ea typeface="Pretendard" pitchFamily="34" charset="-122"/>
                <a:cs typeface="Pretendard" pitchFamily="34" charset="-120"/>
              </a:rPr>
              <a:t>8 / 10 · 45분</a:t>
            </a:r>
            <a:endParaRPr lang="en-US" sz="1500" dirty="0"/>
          </a:p>
        </p:txBody>
      </p:sp>
      <p:sp>
        <p:nvSpPr>
          <p:cNvPr id="8" name="Text 6"/>
          <p:cNvSpPr txBox="1"/>
          <p:nvPr/>
        </p:nvSpPr>
        <p:spPr>
          <a:xfrm>
            <a:off x="475488" y="4434840"/>
            <a:ext cx="2286000" cy="274320"/>
          </a:xfrm>
          <a:prstGeom prst="rect">
            <a:avLst/>
          </a:prstGeom>
          <a:noFill/>
          <a:ln/>
        </p:spPr>
        <p:txBody>
          <a:bodyPr wrap="square" lIns="0" tIns="0" rIns="0" bIns="0" rtlCol="0" anchor="ctr"/>
          <a:lstStyle/>
          <a:p>
            <a:pPr indent="0" marL="0">
              <a:buNone/>
            </a:pPr>
            <a:r>
              <a:rPr lang="en-US" sz="1200" dirty="0">
                <a:solidFill>
                  <a:srgbClr val="9A9A9A"/>
                </a:solidFill>
                <a:latin typeface="Pretendard" pitchFamily="34" charset="0"/>
                <a:ea typeface="Pretendard" pitchFamily="34" charset="-122"/>
                <a:cs typeface="Pretendard" pitchFamily="34" charset="-120"/>
              </a:rPr>
              <a:t>Lesson 08</a:t>
            </a:r>
            <a:endParaRPr lang="en-US" sz="1200" dirty="0"/>
          </a:p>
        </p:txBody>
      </p:sp>
      <p:sp>
        <p:nvSpPr>
          <p:cNvPr id="9" name="Text 7"/>
          <p:cNvSpPr txBox="1"/>
          <p:nvPr/>
        </p:nvSpPr>
        <p:spPr>
          <a:xfrm>
            <a:off x="6309360" y="4434840"/>
            <a:ext cx="2377440" cy="274320"/>
          </a:xfrm>
          <a:prstGeom prst="rect">
            <a:avLst/>
          </a:prstGeom>
          <a:noFill/>
          <a:ln/>
        </p:spPr>
        <p:txBody>
          <a:bodyPr wrap="square" lIns="0" tIns="0" rIns="0" bIns="0" rtlCol="0" anchor="ctr"/>
          <a:lstStyle/>
          <a:p>
            <a:pPr algn="r" indent="0" marL="0">
              <a:buNone/>
            </a:pPr>
            <a:r>
              <a:rPr lang="en-US" sz="1200" dirty="0">
                <a:solidFill>
                  <a:srgbClr val="9A9A9A"/>
                </a:solidFill>
                <a:latin typeface="Pretendard" pitchFamily="34" charset="0"/>
                <a:ea typeface="Pretendard" pitchFamily="34" charset="-122"/>
                <a:cs typeface="Pretendard" pitchFamily="34" charset="-120"/>
              </a:rPr>
              <a:t>오색렌즈 교사연구회</a:t>
            </a:r>
            <a:endParaRPr lang="en-US" sz="1200" dirty="0"/>
          </a:p>
        </p:txBody>
      </p:sp>
      <p:sp>
        <p:nvSpPr>
          <p:cNvPr id="11"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지난 시간까지의 수사 도구</a:t>
            </a:r>
            <a:pPr algn="l" indent="0" marL="0">
              <a:buNone/>
            </a:pPr>
            <a:r>
              <a:rPr lang="en-US" sz="1400" b="1" dirty="0">
                <a:solidFill>
                  <a:srgbClr val="9A9A9A"/>
                </a:solidFill>
                <a:latin typeface="Pretendard" pitchFamily="34" charset="0"/>
                <a:ea typeface="Pretendard" pitchFamily="34" charset="-122"/>
                <a:cs typeface="Pretendard" pitchFamily="34" charset="-120"/>
              </a:rPr>
              <a:t>   Review</a:t>
            </a:r>
            <a:endParaRPr lang="en-US" sz="2800" dirty="0"/>
          </a:p>
        </p:txBody>
      </p:sp>
      <p:sp>
        <p:nvSpPr>
          <p:cNvPr id="4" name="체크 카드 1"/>
          <p:cNvSpPr/>
          <p:nvPr/>
        </p:nvSpPr>
        <p:spPr>
          <a:xfrm>
            <a:off x="475488" y="1234440"/>
            <a:ext cx="1572768" cy="2331720"/>
          </a:xfrm>
          <a:prstGeom prst="roundRect">
            <a:avLst>
              <a:gd name="adj" fmla="val 6977"/>
            </a:avLst>
          </a:prstGeom>
          <a:solidFill>
            <a:srgbClr val="FFFFFF"/>
          </a:solidFill>
          <a:ln w="15875">
            <a:solidFill>
              <a:srgbClr val="C9C9C9"/>
            </a:solidFill>
            <a:prstDash val="solid"/>
          </a:ln>
        </p:spPr>
      </p:sp>
      <p:sp>
        <p:nvSpPr>
          <p:cNvPr id="5" name="Text 3"/>
          <p:cNvSpPr txBox="1"/>
          <p:nvPr/>
        </p:nvSpPr>
        <p:spPr>
          <a:xfrm>
            <a:off x="640080" y="1371600"/>
            <a:ext cx="1188720" cy="457200"/>
          </a:xfrm>
          <a:prstGeom prst="rect">
            <a:avLst/>
          </a:prstGeom>
          <a:noFill/>
          <a:ln/>
        </p:spPr>
        <p:txBody>
          <a:bodyPr wrap="square" lIns="0" tIns="0" rIns="0" bIns="0" rtlCol="0" anchor="ctr"/>
          <a:lstStyle/>
          <a:p>
            <a:pPr indent="0" marL="0">
              <a:buNone/>
            </a:pPr>
            <a:r>
              <a:rPr lang="en-US" sz="2800" b="1" dirty="0">
                <a:solidFill>
                  <a:srgbClr val="9A9A9A"/>
                </a:solidFill>
                <a:latin typeface="Pretendard" pitchFamily="34" charset="0"/>
                <a:ea typeface="Pretendard" pitchFamily="34" charset="-122"/>
                <a:cs typeface="Pretendard" pitchFamily="34" charset="-120"/>
              </a:rPr>
              <a:t>01</a:t>
            </a:r>
            <a:endParaRPr lang="en-US" sz="2800" dirty="0"/>
          </a:p>
        </p:txBody>
      </p:sp>
      <p:sp>
        <p:nvSpPr>
          <p:cNvPr id="6" name="Text 4"/>
          <p:cNvSpPr txBox="1"/>
          <p:nvPr/>
        </p:nvSpPr>
        <p:spPr>
          <a:xfrm>
            <a:off x="640080" y="1874520"/>
            <a:ext cx="1280160" cy="274320"/>
          </a:xfrm>
          <a:prstGeom prst="rect">
            <a:avLst/>
          </a:prstGeom>
          <a:noFill/>
          <a:ln/>
        </p:spPr>
        <p:txBody>
          <a:bodyPr wrap="square" lIns="0" tIns="0" rIns="0" bIns="0" rtlCol="0" anchor="ctr"/>
          <a:lstStyle/>
          <a:p>
            <a:pPr indent="0" marL="0">
              <a:buNone/>
            </a:pPr>
            <a:r>
              <a:rPr lang="en-US" sz="1200" b="1" dirty="0">
                <a:solidFill>
                  <a:srgbClr val="9A9A9A"/>
                </a:solidFill>
                <a:latin typeface="Pretendard" pitchFamily="34" charset="0"/>
                <a:ea typeface="Pretendard" pitchFamily="34" charset="-122"/>
                <a:cs typeface="Pretendard" pitchFamily="34" charset="-120"/>
              </a:rPr>
              <a:t>출처</a:t>
            </a:r>
            <a:endParaRPr lang="en-US" sz="1200" dirty="0"/>
          </a:p>
        </p:txBody>
      </p:sp>
      <p:sp>
        <p:nvSpPr>
          <p:cNvPr id="7" name="Text 5"/>
          <p:cNvSpPr txBox="1"/>
          <p:nvPr/>
        </p:nvSpPr>
        <p:spPr>
          <a:xfrm>
            <a:off x="640080" y="2240280"/>
            <a:ext cx="1325880" cy="82296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누가</a:t>
            </a:r>
            <a:endParaRPr lang="en-US" sz="1500" dirty="0"/>
          </a:p>
          <a:p>
            <a:pPr indent="0" marL="0">
              <a:buNone/>
            </a:pPr>
            <a:r>
              <a:rPr lang="en-US" sz="1500" b="1" dirty="0">
                <a:solidFill>
                  <a:srgbClr val="333333"/>
                </a:solidFill>
                <a:latin typeface="Pretendard" pitchFamily="34" charset="0"/>
                <a:ea typeface="Pretendard" pitchFamily="34" charset="-122"/>
                <a:cs typeface="Pretendard" pitchFamily="34" charset="-120"/>
              </a:rPr>
              <a:t>만들었나?</a:t>
            </a:r>
            <a:endParaRPr lang="en-US" sz="1500" dirty="0"/>
          </a:p>
        </p:txBody>
      </p:sp>
      <p:sp>
        <p:nvSpPr>
          <p:cNvPr id="8" name="체크 카드 2"/>
          <p:cNvSpPr/>
          <p:nvPr/>
        </p:nvSpPr>
        <p:spPr>
          <a:xfrm>
            <a:off x="2130552" y="1234440"/>
            <a:ext cx="1572768" cy="2331720"/>
          </a:xfrm>
          <a:prstGeom prst="roundRect">
            <a:avLst>
              <a:gd name="adj" fmla="val 6977"/>
            </a:avLst>
          </a:prstGeom>
          <a:solidFill>
            <a:srgbClr val="FFFFFF"/>
          </a:solidFill>
          <a:ln w="15875">
            <a:solidFill>
              <a:srgbClr val="C9C9C9"/>
            </a:solidFill>
            <a:prstDash val="solid"/>
          </a:ln>
        </p:spPr>
      </p:sp>
      <p:sp>
        <p:nvSpPr>
          <p:cNvPr id="9" name="Text 7"/>
          <p:cNvSpPr txBox="1"/>
          <p:nvPr/>
        </p:nvSpPr>
        <p:spPr>
          <a:xfrm>
            <a:off x="2295144" y="1371600"/>
            <a:ext cx="1188720" cy="457200"/>
          </a:xfrm>
          <a:prstGeom prst="rect">
            <a:avLst/>
          </a:prstGeom>
          <a:noFill/>
          <a:ln/>
        </p:spPr>
        <p:txBody>
          <a:bodyPr wrap="square" lIns="0" tIns="0" rIns="0" bIns="0" rtlCol="0" anchor="ctr"/>
          <a:lstStyle/>
          <a:p>
            <a:pPr indent="0" marL="0">
              <a:buNone/>
            </a:pPr>
            <a:r>
              <a:rPr lang="en-US" sz="2800" b="1" dirty="0">
                <a:solidFill>
                  <a:srgbClr val="9A9A9A"/>
                </a:solidFill>
                <a:latin typeface="Pretendard" pitchFamily="34" charset="0"/>
                <a:ea typeface="Pretendard" pitchFamily="34" charset="-122"/>
                <a:cs typeface="Pretendard" pitchFamily="34" charset="-120"/>
              </a:rPr>
              <a:t>02</a:t>
            </a:r>
            <a:endParaRPr lang="en-US" sz="2800" dirty="0"/>
          </a:p>
        </p:txBody>
      </p:sp>
      <p:sp>
        <p:nvSpPr>
          <p:cNvPr id="10" name="Text 8"/>
          <p:cNvSpPr txBox="1"/>
          <p:nvPr/>
        </p:nvSpPr>
        <p:spPr>
          <a:xfrm>
            <a:off x="2295144" y="1874520"/>
            <a:ext cx="1280160" cy="274320"/>
          </a:xfrm>
          <a:prstGeom prst="rect">
            <a:avLst/>
          </a:prstGeom>
          <a:noFill/>
          <a:ln/>
        </p:spPr>
        <p:txBody>
          <a:bodyPr wrap="square" lIns="0" tIns="0" rIns="0" bIns="0" rtlCol="0" anchor="ctr"/>
          <a:lstStyle/>
          <a:p>
            <a:pPr indent="0" marL="0">
              <a:buNone/>
            </a:pPr>
            <a:r>
              <a:rPr lang="en-US" sz="1200" b="1" dirty="0">
                <a:solidFill>
                  <a:srgbClr val="9A9A9A"/>
                </a:solidFill>
                <a:latin typeface="Pretendard" pitchFamily="34" charset="0"/>
                <a:ea typeface="Pretendard" pitchFamily="34" charset="-122"/>
                <a:cs typeface="Pretendard" pitchFamily="34" charset="-120"/>
              </a:rPr>
              <a:t>근거</a:t>
            </a:r>
            <a:endParaRPr lang="en-US" sz="1200" dirty="0"/>
          </a:p>
        </p:txBody>
      </p:sp>
      <p:sp>
        <p:nvSpPr>
          <p:cNvPr id="11" name="Text 9"/>
          <p:cNvSpPr txBox="1"/>
          <p:nvPr/>
        </p:nvSpPr>
        <p:spPr>
          <a:xfrm>
            <a:off x="2295144" y="2240280"/>
            <a:ext cx="1325880" cy="82296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근거가</a:t>
            </a:r>
            <a:endParaRPr lang="en-US" sz="1500" dirty="0"/>
          </a:p>
          <a:p>
            <a:pPr indent="0" marL="0">
              <a:buNone/>
            </a:pPr>
            <a:r>
              <a:rPr lang="en-US" sz="1500" b="1" dirty="0">
                <a:solidFill>
                  <a:srgbClr val="333333"/>
                </a:solidFill>
                <a:latin typeface="Pretendard" pitchFamily="34" charset="0"/>
                <a:ea typeface="Pretendard" pitchFamily="34" charset="-122"/>
                <a:cs typeface="Pretendard" pitchFamily="34" charset="-120"/>
              </a:rPr>
              <a:t>있나?</a:t>
            </a:r>
            <a:endParaRPr lang="en-US" sz="1500" dirty="0"/>
          </a:p>
        </p:txBody>
      </p:sp>
      <p:sp>
        <p:nvSpPr>
          <p:cNvPr id="12" name="체크 카드 3"/>
          <p:cNvSpPr/>
          <p:nvPr/>
        </p:nvSpPr>
        <p:spPr>
          <a:xfrm>
            <a:off x="3785616" y="1234440"/>
            <a:ext cx="1572768" cy="2331720"/>
          </a:xfrm>
          <a:prstGeom prst="roundRect">
            <a:avLst>
              <a:gd name="adj" fmla="val 6977"/>
            </a:avLst>
          </a:prstGeom>
          <a:solidFill>
            <a:srgbClr val="FFFFFF"/>
          </a:solidFill>
          <a:ln w="15875">
            <a:solidFill>
              <a:srgbClr val="C9C9C9"/>
            </a:solidFill>
            <a:prstDash val="solid"/>
          </a:ln>
        </p:spPr>
      </p:sp>
      <p:sp>
        <p:nvSpPr>
          <p:cNvPr id="13" name="Text 11"/>
          <p:cNvSpPr txBox="1"/>
          <p:nvPr/>
        </p:nvSpPr>
        <p:spPr>
          <a:xfrm>
            <a:off x="3950208" y="1371600"/>
            <a:ext cx="1188720" cy="457200"/>
          </a:xfrm>
          <a:prstGeom prst="rect">
            <a:avLst/>
          </a:prstGeom>
          <a:noFill/>
          <a:ln/>
        </p:spPr>
        <p:txBody>
          <a:bodyPr wrap="square" lIns="0" tIns="0" rIns="0" bIns="0" rtlCol="0" anchor="ctr"/>
          <a:lstStyle/>
          <a:p>
            <a:pPr indent="0" marL="0">
              <a:buNone/>
            </a:pPr>
            <a:r>
              <a:rPr lang="en-US" sz="2800" b="1" dirty="0">
                <a:solidFill>
                  <a:srgbClr val="9A9A9A"/>
                </a:solidFill>
                <a:latin typeface="Pretendard" pitchFamily="34" charset="0"/>
                <a:ea typeface="Pretendard" pitchFamily="34" charset="-122"/>
                <a:cs typeface="Pretendard" pitchFamily="34" charset="-120"/>
              </a:rPr>
              <a:t>03</a:t>
            </a:r>
            <a:endParaRPr lang="en-US" sz="2800" dirty="0"/>
          </a:p>
        </p:txBody>
      </p:sp>
      <p:sp>
        <p:nvSpPr>
          <p:cNvPr id="14" name="Text 12"/>
          <p:cNvSpPr txBox="1"/>
          <p:nvPr/>
        </p:nvSpPr>
        <p:spPr>
          <a:xfrm>
            <a:off x="3950208" y="1874520"/>
            <a:ext cx="1280160" cy="274320"/>
          </a:xfrm>
          <a:prstGeom prst="rect">
            <a:avLst/>
          </a:prstGeom>
          <a:noFill/>
          <a:ln/>
        </p:spPr>
        <p:txBody>
          <a:bodyPr wrap="square" lIns="0" tIns="0" rIns="0" bIns="0" rtlCol="0" anchor="ctr"/>
          <a:lstStyle/>
          <a:p>
            <a:pPr indent="0" marL="0">
              <a:buNone/>
            </a:pPr>
            <a:r>
              <a:rPr lang="en-US" sz="1200" b="1" dirty="0">
                <a:solidFill>
                  <a:srgbClr val="9A9A9A"/>
                </a:solidFill>
                <a:latin typeface="Pretendard" pitchFamily="34" charset="0"/>
                <a:ea typeface="Pretendard" pitchFamily="34" charset="-122"/>
                <a:cs typeface="Pretendard" pitchFamily="34" charset="-120"/>
              </a:rPr>
              <a:t>의도</a:t>
            </a:r>
            <a:endParaRPr lang="en-US" sz="1200" dirty="0"/>
          </a:p>
        </p:txBody>
      </p:sp>
      <p:sp>
        <p:nvSpPr>
          <p:cNvPr id="15" name="Text 13"/>
          <p:cNvSpPr txBox="1"/>
          <p:nvPr/>
        </p:nvSpPr>
        <p:spPr>
          <a:xfrm>
            <a:off x="3950208" y="2240280"/>
            <a:ext cx="1325880" cy="82296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무엇을</a:t>
            </a:r>
            <a:endParaRPr lang="en-US" sz="1500" dirty="0"/>
          </a:p>
          <a:p>
            <a:pPr indent="0" marL="0">
              <a:buNone/>
            </a:pPr>
            <a:r>
              <a:rPr lang="en-US" sz="1500" b="1" dirty="0">
                <a:solidFill>
                  <a:srgbClr val="333333"/>
                </a:solidFill>
                <a:latin typeface="Pretendard" pitchFamily="34" charset="0"/>
                <a:ea typeface="Pretendard" pitchFamily="34" charset="-122"/>
                <a:cs typeface="Pretendard" pitchFamily="34" charset="-120"/>
              </a:rPr>
              <a:t>원하나?</a:t>
            </a:r>
            <a:endParaRPr lang="en-US" sz="1500" dirty="0"/>
          </a:p>
        </p:txBody>
      </p:sp>
      <p:sp>
        <p:nvSpPr>
          <p:cNvPr id="16" name="체크 카드 4"/>
          <p:cNvSpPr/>
          <p:nvPr/>
        </p:nvSpPr>
        <p:spPr>
          <a:xfrm>
            <a:off x="5440680" y="1234440"/>
            <a:ext cx="1572768" cy="2331720"/>
          </a:xfrm>
          <a:prstGeom prst="roundRect">
            <a:avLst>
              <a:gd name="adj" fmla="val 6977"/>
            </a:avLst>
          </a:prstGeom>
          <a:solidFill>
            <a:srgbClr val="FFFFFF"/>
          </a:solidFill>
          <a:ln w="15875">
            <a:solidFill>
              <a:srgbClr val="C9C9C9"/>
            </a:solidFill>
            <a:prstDash val="solid"/>
          </a:ln>
        </p:spPr>
      </p:sp>
      <p:sp>
        <p:nvSpPr>
          <p:cNvPr id="17" name="Text 15"/>
          <p:cNvSpPr txBox="1"/>
          <p:nvPr/>
        </p:nvSpPr>
        <p:spPr>
          <a:xfrm>
            <a:off x="5605272" y="1371600"/>
            <a:ext cx="1188720" cy="457200"/>
          </a:xfrm>
          <a:prstGeom prst="rect">
            <a:avLst/>
          </a:prstGeom>
          <a:noFill/>
          <a:ln/>
        </p:spPr>
        <p:txBody>
          <a:bodyPr wrap="square" lIns="0" tIns="0" rIns="0" bIns="0" rtlCol="0" anchor="ctr"/>
          <a:lstStyle/>
          <a:p>
            <a:pPr indent="0" marL="0">
              <a:buNone/>
            </a:pPr>
            <a:r>
              <a:rPr lang="en-US" sz="2800" b="1" dirty="0">
                <a:solidFill>
                  <a:srgbClr val="9A9A9A"/>
                </a:solidFill>
                <a:latin typeface="Pretendard" pitchFamily="34" charset="0"/>
                <a:ea typeface="Pretendard" pitchFamily="34" charset="-122"/>
                <a:cs typeface="Pretendard" pitchFamily="34" charset="-120"/>
              </a:rPr>
              <a:t>04</a:t>
            </a:r>
            <a:endParaRPr lang="en-US" sz="2800" dirty="0"/>
          </a:p>
        </p:txBody>
      </p:sp>
      <p:sp>
        <p:nvSpPr>
          <p:cNvPr id="18" name="Text 16"/>
          <p:cNvSpPr txBox="1"/>
          <p:nvPr/>
        </p:nvSpPr>
        <p:spPr>
          <a:xfrm>
            <a:off x="5605272" y="1874520"/>
            <a:ext cx="1280160" cy="274320"/>
          </a:xfrm>
          <a:prstGeom prst="rect">
            <a:avLst/>
          </a:prstGeom>
          <a:noFill/>
          <a:ln/>
        </p:spPr>
        <p:txBody>
          <a:bodyPr wrap="square" lIns="0" tIns="0" rIns="0" bIns="0" rtlCol="0" anchor="ctr"/>
          <a:lstStyle/>
          <a:p>
            <a:pPr indent="0" marL="0">
              <a:buNone/>
            </a:pPr>
            <a:r>
              <a:rPr lang="en-US" sz="1200" b="1" dirty="0">
                <a:solidFill>
                  <a:srgbClr val="9A9A9A"/>
                </a:solidFill>
                <a:latin typeface="Pretendard" pitchFamily="34" charset="0"/>
                <a:ea typeface="Pretendard" pitchFamily="34" charset="-122"/>
                <a:cs typeface="Pretendard" pitchFamily="34" charset="-120"/>
              </a:rPr>
              <a:t>표현</a:t>
            </a:r>
            <a:endParaRPr lang="en-US" sz="1200" dirty="0"/>
          </a:p>
        </p:txBody>
      </p:sp>
      <p:sp>
        <p:nvSpPr>
          <p:cNvPr id="19" name="Text 17"/>
          <p:cNvSpPr txBox="1"/>
          <p:nvPr/>
        </p:nvSpPr>
        <p:spPr>
          <a:xfrm>
            <a:off x="5605272" y="2240280"/>
            <a:ext cx="1325880" cy="82296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어떻게</a:t>
            </a:r>
            <a:endParaRPr lang="en-US" sz="1500" dirty="0"/>
          </a:p>
          <a:p>
            <a:pPr indent="0" marL="0">
              <a:buNone/>
            </a:pPr>
            <a:r>
              <a:rPr lang="en-US" sz="1500" b="1" dirty="0">
                <a:solidFill>
                  <a:srgbClr val="333333"/>
                </a:solidFill>
                <a:latin typeface="Pretendard" pitchFamily="34" charset="0"/>
                <a:ea typeface="Pretendard" pitchFamily="34" charset="-122"/>
                <a:cs typeface="Pretendard" pitchFamily="34" charset="-120"/>
              </a:rPr>
              <a:t>말하고 있나?</a:t>
            </a:r>
            <a:endParaRPr lang="en-US" sz="1500" dirty="0"/>
          </a:p>
        </p:txBody>
      </p:sp>
      <p:sp>
        <p:nvSpPr>
          <p:cNvPr id="20" name="강조 카드 5"/>
          <p:cNvSpPr/>
          <p:nvPr/>
        </p:nvSpPr>
        <p:spPr>
          <a:xfrm>
            <a:off x="7095744" y="1234440"/>
            <a:ext cx="1572768" cy="2331720"/>
          </a:xfrm>
          <a:prstGeom prst="roundRect">
            <a:avLst>
              <a:gd name="adj" fmla="val 6977"/>
            </a:avLst>
          </a:prstGeom>
          <a:solidFill>
            <a:srgbClr val="FDEBE1"/>
          </a:solidFill>
          <a:ln w="25400">
            <a:solidFill>
              <a:srgbClr val="FF6B35"/>
            </a:solidFill>
            <a:prstDash val="solid"/>
          </a:ln>
        </p:spPr>
      </p:sp>
      <p:sp>
        <p:nvSpPr>
          <p:cNvPr id="21" name="Text 19"/>
          <p:cNvSpPr txBox="1"/>
          <p:nvPr/>
        </p:nvSpPr>
        <p:spPr>
          <a:xfrm>
            <a:off x="7260336" y="1371600"/>
            <a:ext cx="1188720" cy="45720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05</a:t>
            </a:r>
            <a:endParaRPr lang="en-US" sz="2800" dirty="0"/>
          </a:p>
        </p:txBody>
      </p:sp>
      <p:sp>
        <p:nvSpPr>
          <p:cNvPr id="22" name="Text 20"/>
          <p:cNvSpPr txBox="1"/>
          <p:nvPr/>
        </p:nvSpPr>
        <p:spPr>
          <a:xfrm>
            <a:off x="7260336" y="1874520"/>
            <a:ext cx="1280160" cy="274320"/>
          </a:xfrm>
          <a:prstGeom prst="rect">
            <a:avLst/>
          </a:prstGeom>
          <a:noFill/>
          <a:ln/>
        </p:spPr>
        <p:txBody>
          <a:bodyPr wrap="square" lIns="0" tIns="0" rIns="0" bIns="0" rtlCol="0" anchor="ctr"/>
          <a:lstStyle/>
          <a:p>
            <a:pPr indent="0" marL="0">
              <a:buNone/>
            </a:pPr>
            <a:r>
              <a:rPr lang="en-US" sz="1200" b="1" dirty="0">
                <a:solidFill>
                  <a:srgbClr val="FF6B35"/>
                </a:solidFill>
                <a:latin typeface="Pretendard" pitchFamily="34" charset="0"/>
                <a:ea typeface="Pretendard" pitchFamily="34" charset="-122"/>
                <a:cs typeface="Pretendard" pitchFamily="34" charset="-120"/>
              </a:rPr>
              <a:t>재확인</a:t>
            </a:r>
            <a:endParaRPr lang="en-US" sz="1200" dirty="0"/>
          </a:p>
        </p:txBody>
      </p:sp>
      <p:sp>
        <p:nvSpPr>
          <p:cNvPr id="23" name="Text 21"/>
          <p:cNvSpPr txBox="1"/>
          <p:nvPr/>
        </p:nvSpPr>
        <p:spPr>
          <a:xfrm>
            <a:off x="7260336" y="2240280"/>
            <a:ext cx="1325880" cy="822960"/>
          </a:xfrm>
          <a:prstGeom prst="rect">
            <a:avLst/>
          </a:prstGeom>
          <a:noFill/>
          <a:ln/>
        </p:spPr>
        <p:txBody>
          <a:bodyPr wrap="square" lIns="0" tIns="0" rIns="0" bIns="0" rtlCol="0" anchor="t"/>
          <a:lstStyle/>
          <a:p>
            <a:pPr indent="0" marL="0">
              <a:buNone/>
            </a:pPr>
            <a:r>
              <a:rPr lang="en-US" sz="1500" b="1" dirty="0">
                <a:solidFill>
                  <a:srgbClr val="333333"/>
                </a:solidFill>
                <a:latin typeface="Pretendard" pitchFamily="34" charset="0"/>
                <a:ea typeface="Pretendard" pitchFamily="34" charset="-122"/>
                <a:cs typeface="Pretendard" pitchFamily="34" charset="-120"/>
              </a:rPr>
              <a:t>다른 곳에서도</a:t>
            </a:r>
            <a:endParaRPr lang="en-US" sz="1500" dirty="0"/>
          </a:p>
          <a:p>
            <a:pPr indent="0" marL="0">
              <a:buNone/>
            </a:pPr>
            <a:r>
              <a:rPr lang="en-US" sz="1500" b="1" dirty="0">
                <a:solidFill>
                  <a:srgbClr val="333333"/>
                </a:solidFill>
                <a:latin typeface="Pretendard" pitchFamily="34" charset="0"/>
                <a:ea typeface="Pretendard" pitchFamily="34" charset="-122"/>
                <a:cs typeface="Pretendard" pitchFamily="34" charset="-120"/>
              </a:rPr>
              <a:t>확인되나?</a:t>
            </a:r>
            <a:endParaRPr lang="en-US" sz="1500" dirty="0"/>
          </a:p>
        </p:txBody>
      </p:sp>
      <p:sp>
        <p:nvSpPr>
          <p:cNvPr id="24" name="배너"/>
          <p:cNvSpPr/>
          <p:nvPr/>
        </p:nvSpPr>
        <p:spPr>
          <a:xfrm>
            <a:off x="475488" y="3794760"/>
            <a:ext cx="8193024" cy="640080"/>
          </a:xfrm>
          <a:prstGeom prst="roundRect">
            <a:avLst>
              <a:gd name="adj" fmla="val 14286"/>
            </a:avLst>
          </a:prstGeom>
          <a:solidFill>
            <a:srgbClr val="333333"/>
          </a:solidFill>
          <a:ln w="12700">
            <a:solidFill>
              <a:srgbClr val="333333"/>
            </a:solidFill>
            <a:prstDash val="solid"/>
          </a:ln>
        </p:spPr>
      </p:sp>
      <p:sp>
        <p:nvSpPr>
          <p:cNvPr id="25" name="Text 23"/>
          <p:cNvSpPr txBox="1"/>
          <p:nvPr/>
        </p:nvSpPr>
        <p:spPr>
          <a:xfrm>
            <a:off x="475488" y="3794760"/>
            <a:ext cx="8193024"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오늘은 정보를 믿고 이미 행동했을 때를 다뤄요</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그때 나라면?</a:t>
            </a:r>
            <a:pPr algn="l" indent="0" marL="0">
              <a:buNone/>
            </a:pPr>
            <a:r>
              <a:rPr lang="en-US" sz="1400" b="1" dirty="0">
                <a:solidFill>
                  <a:srgbClr val="9A9A9A"/>
                </a:solidFill>
                <a:latin typeface="Pretendard" pitchFamily="34" charset="0"/>
                <a:ea typeface="Pretendard" pitchFamily="34" charset="-122"/>
                <a:cs typeface="Pretendard" pitchFamily="34" charset="-120"/>
              </a:rPr>
              <a:t>   Warm-up</a:t>
            </a:r>
            <a:endParaRPr lang="en-US" sz="2800" dirty="0"/>
          </a:p>
        </p:txBody>
      </p:sp>
      <p:sp>
        <p:nvSpPr>
          <p:cNvPr id="4" name="상황 카드 A"/>
          <p:cNvSpPr/>
          <p:nvPr/>
        </p:nvSpPr>
        <p:spPr>
          <a:xfrm>
            <a:off x="475488" y="1234440"/>
            <a:ext cx="2615184" cy="1965960"/>
          </a:xfrm>
          <a:prstGeom prst="roundRect">
            <a:avLst>
              <a:gd name="adj" fmla="val 5581"/>
            </a:avLst>
          </a:prstGeom>
          <a:solidFill>
            <a:srgbClr val="F3F3F3"/>
          </a:solidFill>
          <a:ln w="12700">
            <a:solidFill>
              <a:srgbClr val="F3F3F3"/>
            </a:solidFill>
            <a:prstDash val="solid"/>
          </a:ln>
        </p:spPr>
      </p:sp>
      <p:sp>
        <p:nvSpPr>
          <p:cNvPr id="5" name="상황 라벨 A"/>
          <p:cNvSpPr/>
          <p:nvPr/>
        </p:nvSpPr>
        <p:spPr>
          <a:xfrm>
            <a:off x="704088" y="1389888"/>
            <a:ext cx="914400" cy="310896"/>
          </a:xfrm>
          <a:prstGeom prst="roundRect">
            <a:avLst>
              <a:gd name="adj" fmla="val 23529"/>
            </a:avLst>
          </a:prstGeom>
          <a:solidFill>
            <a:srgbClr val="FDEBE1"/>
          </a:solidFill>
          <a:ln w="12700">
            <a:solidFill>
              <a:srgbClr val="FDEBE1"/>
            </a:solidFill>
            <a:prstDash val="solid"/>
          </a:ln>
        </p:spPr>
      </p:sp>
      <p:sp>
        <p:nvSpPr>
          <p:cNvPr id="6" name="Text 4"/>
          <p:cNvSpPr txBox="1"/>
          <p:nvPr/>
        </p:nvSpPr>
        <p:spPr>
          <a:xfrm>
            <a:off x="704088" y="1389888"/>
            <a:ext cx="914400" cy="310896"/>
          </a:xfrm>
          <a:prstGeom prst="rect">
            <a:avLst/>
          </a:prstGeom>
          <a:noFill/>
          <a:ln/>
        </p:spPr>
        <p:txBody>
          <a:bodyPr wrap="square" lIns="0" tIns="0" rIns="0" bIns="0" rtlCol="0" anchor="ctr"/>
          <a:lstStyle/>
          <a:p>
            <a:pPr algn="ctr" indent="0" marL="0">
              <a:buNone/>
            </a:pPr>
            <a:r>
              <a:rPr lang="en-US" sz="1300" b="1" dirty="0">
                <a:solidFill>
                  <a:srgbClr val="FF6B35"/>
                </a:solidFill>
                <a:latin typeface="Pretendard" pitchFamily="34" charset="0"/>
                <a:ea typeface="Pretendard" pitchFamily="34" charset="-122"/>
                <a:cs typeface="Pretendard" pitchFamily="34" charset="-120"/>
              </a:rPr>
              <a:t>상황 A</a:t>
            </a:r>
            <a:endParaRPr lang="en-US" sz="1300" dirty="0"/>
          </a:p>
        </p:txBody>
      </p:sp>
      <p:sp>
        <p:nvSpPr>
          <p:cNvPr id="7" name="Text 5"/>
          <p:cNvSpPr txBox="1"/>
          <p:nvPr/>
        </p:nvSpPr>
        <p:spPr>
          <a:xfrm>
            <a:off x="704088" y="1828800"/>
            <a:ext cx="2194560" cy="1280160"/>
          </a:xfrm>
          <a:prstGeom prst="rect">
            <a:avLst/>
          </a:prstGeom>
          <a:noFill/>
          <a:ln/>
        </p:spPr>
        <p:txBody>
          <a:bodyPr wrap="square" lIns="0" tIns="0" rIns="0" bIns="0" rtlCol="0" anchor="t"/>
          <a:lstStyle/>
          <a:p>
            <a:pPr indent="0" marL="0">
              <a:buNone/>
            </a:pPr>
            <a:r>
              <a:rPr lang="en-US" sz="1400" b="1" dirty="0">
                <a:solidFill>
                  <a:srgbClr val="333333"/>
                </a:solidFill>
                <a:latin typeface="Pretendard" pitchFamily="34" charset="0"/>
                <a:ea typeface="Pretendard" pitchFamily="34" charset="-122"/>
                <a:cs typeface="Pretendard" pitchFamily="34" charset="-120"/>
              </a:rPr>
              <a:t>친구가 게임 속 뽑기에</a:t>
            </a:r>
            <a:endParaRPr lang="en-US" sz="1400" dirty="0"/>
          </a:p>
          <a:p>
            <a:pPr indent="0" marL="0">
              <a:buNone/>
            </a:pPr>
            <a:r>
              <a:rPr lang="en-US" sz="1400" b="1" dirty="0">
                <a:solidFill>
                  <a:srgbClr val="333333"/>
                </a:solidFill>
                <a:latin typeface="Pretendard" pitchFamily="34" charset="0"/>
                <a:ea typeface="Pretendard" pitchFamily="34" charset="-122"/>
                <a:cs typeface="Pretendard" pitchFamily="34" charset="-120"/>
              </a:rPr>
              <a:t>부모님 몰래 결제를 반복해요.</a:t>
            </a:r>
            <a:endParaRPr lang="en-US" sz="1400" dirty="0"/>
          </a:p>
        </p:txBody>
      </p:sp>
      <p:sp>
        <p:nvSpPr>
          <p:cNvPr id="8" name="상황 카드 B"/>
          <p:cNvSpPr/>
          <p:nvPr/>
        </p:nvSpPr>
        <p:spPr>
          <a:xfrm>
            <a:off x="3264408" y="1234440"/>
            <a:ext cx="2615184" cy="1965960"/>
          </a:xfrm>
          <a:prstGeom prst="roundRect">
            <a:avLst>
              <a:gd name="adj" fmla="val 5581"/>
            </a:avLst>
          </a:prstGeom>
          <a:solidFill>
            <a:srgbClr val="F3F3F3"/>
          </a:solidFill>
          <a:ln w="12700">
            <a:solidFill>
              <a:srgbClr val="F3F3F3"/>
            </a:solidFill>
            <a:prstDash val="solid"/>
          </a:ln>
        </p:spPr>
      </p:sp>
      <p:sp>
        <p:nvSpPr>
          <p:cNvPr id="9" name="상황 라벨 B"/>
          <p:cNvSpPr/>
          <p:nvPr/>
        </p:nvSpPr>
        <p:spPr>
          <a:xfrm>
            <a:off x="3493008" y="1389888"/>
            <a:ext cx="914400" cy="310896"/>
          </a:xfrm>
          <a:prstGeom prst="roundRect">
            <a:avLst>
              <a:gd name="adj" fmla="val 23529"/>
            </a:avLst>
          </a:prstGeom>
          <a:solidFill>
            <a:srgbClr val="FDEBE1"/>
          </a:solidFill>
          <a:ln w="12700">
            <a:solidFill>
              <a:srgbClr val="FDEBE1"/>
            </a:solidFill>
            <a:prstDash val="solid"/>
          </a:ln>
        </p:spPr>
      </p:sp>
      <p:sp>
        <p:nvSpPr>
          <p:cNvPr id="10" name="Text 8"/>
          <p:cNvSpPr txBox="1"/>
          <p:nvPr/>
        </p:nvSpPr>
        <p:spPr>
          <a:xfrm>
            <a:off x="3493008" y="1389888"/>
            <a:ext cx="914400" cy="310896"/>
          </a:xfrm>
          <a:prstGeom prst="rect">
            <a:avLst/>
          </a:prstGeom>
          <a:noFill/>
          <a:ln/>
        </p:spPr>
        <p:txBody>
          <a:bodyPr wrap="square" lIns="0" tIns="0" rIns="0" bIns="0" rtlCol="0" anchor="ctr"/>
          <a:lstStyle/>
          <a:p>
            <a:pPr algn="ctr" indent="0" marL="0">
              <a:buNone/>
            </a:pPr>
            <a:r>
              <a:rPr lang="en-US" sz="1300" b="1" dirty="0">
                <a:solidFill>
                  <a:srgbClr val="FF6B35"/>
                </a:solidFill>
                <a:latin typeface="Pretendard" pitchFamily="34" charset="0"/>
                <a:ea typeface="Pretendard" pitchFamily="34" charset="-122"/>
                <a:cs typeface="Pretendard" pitchFamily="34" charset="-120"/>
              </a:rPr>
              <a:t>상황 B</a:t>
            </a:r>
            <a:endParaRPr lang="en-US" sz="1300" dirty="0"/>
          </a:p>
        </p:txBody>
      </p:sp>
      <p:sp>
        <p:nvSpPr>
          <p:cNvPr id="11" name="Text 9"/>
          <p:cNvSpPr txBox="1"/>
          <p:nvPr/>
        </p:nvSpPr>
        <p:spPr>
          <a:xfrm>
            <a:off x="3493008" y="1828800"/>
            <a:ext cx="2194560" cy="1280160"/>
          </a:xfrm>
          <a:prstGeom prst="rect">
            <a:avLst/>
          </a:prstGeom>
          <a:noFill/>
          <a:ln/>
        </p:spPr>
        <p:txBody>
          <a:bodyPr wrap="square" lIns="0" tIns="0" rIns="0" bIns="0" rtlCol="0" anchor="t"/>
          <a:lstStyle/>
          <a:p>
            <a:pPr indent="0" marL="0">
              <a:buNone/>
            </a:pPr>
            <a:r>
              <a:rPr lang="en-US" sz="1400" b="1" dirty="0">
                <a:solidFill>
                  <a:srgbClr val="333333"/>
                </a:solidFill>
                <a:latin typeface="Pretendard" pitchFamily="34" charset="0"/>
                <a:ea typeface="Pretendard" pitchFamily="34" charset="-122"/>
                <a:cs typeface="Pretendard" pitchFamily="34" charset="-120"/>
              </a:rPr>
              <a:t>이상한 이벤트에 정보를 입력했더니</a:t>
            </a:r>
            <a:endParaRPr lang="en-US" sz="1400" dirty="0"/>
          </a:p>
          <a:p>
            <a:pPr indent="0" marL="0">
              <a:buNone/>
            </a:pPr>
            <a:r>
              <a:rPr lang="en-US" sz="1400" b="1" dirty="0">
                <a:solidFill>
                  <a:srgbClr val="333333"/>
                </a:solidFill>
                <a:latin typeface="Pretendard" pitchFamily="34" charset="0"/>
                <a:ea typeface="Pretendard" pitchFamily="34" charset="-122"/>
                <a:cs typeface="Pretendard" pitchFamily="34" charset="-120"/>
              </a:rPr>
              <a:t>모르는 연락이 계속 와요.</a:t>
            </a:r>
            <a:endParaRPr lang="en-US" sz="1400" dirty="0"/>
          </a:p>
        </p:txBody>
      </p:sp>
      <p:sp>
        <p:nvSpPr>
          <p:cNvPr id="12" name="상황 카드 C"/>
          <p:cNvSpPr/>
          <p:nvPr/>
        </p:nvSpPr>
        <p:spPr>
          <a:xfrm>
            <a:off x="6053328" y="1234440"/>
            <a:ext cx="2615184" cy="1965960"/>
          </a:xfrm>
          <a:prstGeom prst="roundRect">
            <a:avLst>
              <a:gd name="adj" fmla="val 5581"/>
            </a:avLst>
          </a:prstGeom>
          <a:solidFill>
            <a:srgbClr val="F3F3F3"/>
          </a:solidFill>
          <a:ln w="12700">
            <a:solidFill>
              <a:srgbClr val="F3F3F3"/>
            </a:solidFill>
            <a:prstDash val="solid"/>
          </a:ln>
        </p:spPr>
      </p:sp>
      <p:sp>
        <p:nvSpPr>
          <p:cNvPr id="13" name="상황 라벨 C"/>
          <p:cNvSpPr/>
          <p:nvPr/>
        </p:nvSpPr>
        <p:spPr>
          <a:xfrm>
            <a:off x="6281928" y="1389888"/>
            <a:ext cx="914400" cy="310896"/>
          </a:xfrm>
          <a:prstGeom prst="roundRect">
            <a:avLst>
              <a:gd name="adj" fmla="val 23529"/>
            </a:avLst>
          </a:prstGeom>
          <a:solidFill>
            <a:srgbClr val="FDEBE1"/>
          </a:solidFill>
          <a:ln w="12700">
            <a:solidFill>
              <a:srgbClr val="FDEBE1"/>
            </a:solidFill>
            <a:prstDash val="solid"/>
          </a:ln>
        </p:spPr>
      </p:sp>
      <p:sp>
        <p:nvSpPr>
          <p:cNvPr id="14" name="Text 12"/>
          <p:cNvSpPr txBox="1"/>
          <p:nvPr/>
        </p:nvSpPr>
        <p:spPr>
          <a:xfrm>
            <a:off x="6281928" y="1389888"/>
            <a:ext cx="914400" cy="310896"/>
          </a:xfrm>
          <a:prstGeom prst="rect">
            <a:avLst/>
          </a:prstGeom>
          <a:noFill/>
          <a:ln/>
        </p:spPr>
        <p:txBody>
          <a:bodyPr wrap="square" lIns="0" tIns="0" rIns="0" bIns="0" rtlCol="0" anchor="ctr"/>
          <a:lstStyle/>
          <a:p>
            <a:pPr algn="ctr" indent="0" marL="0">
              <a:buNone/>
            </a:pPr>
            <a:r>
              <a:rPr lang="en-US" sz="1300" b="1" dirty="0">
                <a:solidFill>
                  <a:srgbClr val="FF6B35"/>
                </a:solidFill>
                <a:latin typeface="Pretendard" pitchFamily="34" charset="0"/>
                <a:ea typeface="Pretendard" pitchFamily="34" charset="-122"/>
                <a:cs typeface="Pretendard" pitchFamily="34" charset="-120"/>
              </a:rPr>
              <a:t>상황 C</a:t>
            </a:r>
            <a:endParaRPr lang="en-US" sz="1300" dirty="0"/>
          </a:p>
        </p:txBody>
      </p:sp>
      <p:sp>
        <p:nvSpPr>
          <p:cNvPr id="15" name="Text 13"/>
          <p:cNvSpPr txBox="1"/>
          <p:nvPr/>
        </p:nvSpPr>
        <p:spPr>
          <a:xfrm>
            <a:off x="6281928" y="1828800"/>
            <a:ext cx="2194560" cy="1280160"/>
          </a:xfrm>
          <a:prstGeom prst="rect">
            <a:avLst/>
          </a:prstGeom>
          <a:noFill/>
          <a:ln/>
        </p:spPr>
        <p:txBody>
          <a:bodyPr wrap="square" lIns="0" tIns="0" rIns="0" bIns="0" rtlCol="0" anchor="t"/>
          <a:lstStyle/>
          <a:p>
            <a:pPr indent="0" marL="0">
              <a:buNone/>
            </a:pPr>
            <a:r>
              <a:rPr lang="en-US" sz="1400" b="1" dirty="0">
                <a:solidFill>
                  <a:srgbClr val="333333"/>
                </a:solidFill>
                <a:latin typeface="Pretendard" pitchFamily="34" charset="0"/>
                <a:ea typeface="Pretendard" pitchFamily="34" charset="-122"/>
                <a:cs typeface="Pretendard" pitchFamily="34" charset="-120"/>
              </a:rPr>
              <a:t>친구가 준 알약을 먹었더니</a:t>
            </a:r>
            <a:endParaRPr lang="en-US" sz="1400" dirty="0"/>
          </a:p>
          <a:p>
            <a:pPr indent="0" marL="0">
              <a:buNone/>
            </a:pPr>
            <a:r>
              <a:rPr lang="en-US" sz="1400" b="1" dirty="0">
                <a:solidFill>
                  <a:srgbClr val="333333"/>
                </a:solidFill>
                <a:latin typeface="Pretendard" pitchFamily="34" charset="0"/>
                <a:ea typeface="Pretendard" pitchFamily="34" charset="-122"/>
                <a:cs typeface="Pretendard" pitchFamily="34" charset="-120"/>
              </a:rPr>
              <a:t>어지럽고 불편해요.</a:t>
            </a:r>
            <a:endParaRPr lang="en-US" sz="1400" dirty="0"/>
          </a:p>
        </p:txBody>
      </p:sp>
      <p:sp>
        <p:nvSpPr>
          <p:cNvPr id="16" name="발문 카드"/>
          <p:cNvSpPr/>
          <p:nvPr/>
        </p:nvSpPr>
        <p:spPr>
          <a:xfrm>
            <a:off x="475488" y="3429000"/>
            <a:ext cx="8193024" cy="1005840"/>
          </a:xfrm>
          <a:prstGeom prst="roundRect">
            <a:avLst>
              <a:gd name="adj" fmla="val 10909"/>
            </a:avLst>
          </a:prstGeom>
          <a:solidFill>
            <a:srgbClr val="FDEBE1"/>
          </a:solidFill>
          <a:ln w="22225">
            <a:solidFill>
              <a:srgbClr val="FF6B35"/>
            </a:solidFill>
            <a:prstDash val="dash"/>
          </a:ln>
        </p:spPr>
      </p:sp>
      <p:sp>
        <p:nvSpPr>
          <p:cNvPr id="17" name="발문 라벨"/>
          <p:cNvSpPr/>
          <p:nvPr/>
        </p:nvSpPr>
        <p:spPr>
          <a:xfrm>
            <a:off x="731520" y="3566160"/>
            <a:ext cx="1143000" cy="329184"/>
          </a:xfrm>
          <a:prstGeom prst="roundRect">
            <a:avLst>
              <a:gd name="adj" fmla="val 22222"/>
            </a:avLst>
          </a:prstGeom>
          <a:solidFill>
            <a:srgbClr val="FFFFFF"/>
          </a:solidFill>
          <a:ln w="12700">
            <a:solidFill>
              <a:srgbClr val="FFFFFF"/>
            </a:solidFill>
            <a:prstDash val="solid"/>
          </a:ln>
        </p:spPr>
      </p:sp>
      <p:sp>
        <p:nvSpPr>
          <p:cNvPr id="18" name="Text 16"/>
          <p:cNvSpPr txBox="1"/>
          <p:nvPr/>
        </p:nvSpPr>
        <p:spPr>
          <a:xfrm>
            <a:off x="731520" y="3566160"/>
            <a:ext cx="1143000" cy="329184"/>
          </a:xfrm>
          <a:prstGeom prst="rect">
            <a:avLst/>
          </a:prstGeom>
          <a:noFill/>
          <a:ln/>
        </p:spPr>
        <p:txBody>
          <a:bodyPr wrap="square" lIns="0" tIns="0" rIns="0" bIns="0" rtlCol="0" anchor="ctr"/>
          <a:lstStyle/>
          <a:p>
            <a:pPr algn="ctr" indent="0" marL="0">
              <a:buNone/>
            </a:pPr>
            <a:r>
              <a:rPr lang="en-US" sz="1200" b="1" dirty="0">
                <a:solidFill>
                  <a:srgbClr val="FF6B35"/>
                </a:solidFill>
                <a:latin typeface="Pretendard" pitchFamily="34" charset="0"/>
                <a:ea typeface="Pretendard" pitchFamily="34" charset="-122"/>
                <a:cs typeface="Pretendard" pitchFamily="34" charset="-120"/>
              </a:rPr>
              <a:t>QUESTION</a:t>
            </a:r>
            <a:endParaRPr lang="en-US" sz="1200" dirty="0"/>
          </a:p>
        </p:txBody>
      </p:sp>
      <p:sp>
        <p:nvSpPr>
          <p:cNvPr id="19" name="Text 17"/>
          <p:cNvSpPr txBox="1"/>
          <p:nvPr/>
        </p:nvSpPr>
        <p:spPr>
          <a:xfrm>
            <a:off x="731520" y="3931920"/>
            <a:ext cx="7680960" cy="457200"/>
          </a:xfrm>
          <a:prstGeom prst="rect">
            <a:avLst/>
          </a:prstGeom>
          <a:noFill/>
          <a:ln/>
        </p:spPr>
        <p:txBody>
          <a:bodyPr wrap="square" lIns="0" tIns="0" rIns="0" bIns="0" rtlCol="0" anchor="t"/>
          <a:lstStyle/>
          <a:p>
            <a:pPr indent="0" marL="0">
              <a:buNone/>
            </a:pPr>
            <a:r>
              <a:rPr lang="en-US" sz="1400" b="1" dirty="0">
                <a:solidFill>
                  <a:srgbClr val="333333"/>
                </a:solidFill>
                <a:latin typeface="Pretendard" pitchFamily="34" charset="0"/>
                <a:ea typeface="Pretendard" pitchFamily="34" charset="-122"/>
                <a:cs typeface="Pretendard" pitchFamily="34" charset="-120"/>
              </a:rPr>
              <a:t>모른 척 · 혼자 해결 · 친구와 비밀 · 어른에게 말하기 중 첫 반응을 표시해요. 왜 그랬나요?</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1828800" y="365760"/>
            <a:ext cx="5486400" cy="274320"/>
          </a:xfrm>
          <a:prstGeom prst="rect">
            <a:avLst/>
          </a:prstGeom>
          <a:noFill/>
          <a:ln/>
        </p:spPr>
        <p:txBody>
          <a:bodyPr wrap="square" lIns="0" tIns="0" rIns="0" bIns="0" rtlCol="0" anchor="ctr"/>
          <a:lstStyle/>
          <a:p>
            <a:pPr algn="ctr" indent="0" marL="0">
              <a:buNone/>
            </a:pPr>
            <a:r>
              <a:rPr lang="en-US" sz="1400" dirty="0">
                <a:solidFill>
                  <a:srgbClr val="A8A8A8"/>
                </a:solidFill>
                <a:latin typeface="Pretendard" pitchFamily="34" charset="0"/>
                <a:ea typeface="Pretendard" pitchFamily="34" charset="-122"/>
                <a:cs typeface="Pretendard" pitchFamily="34" charset="-120"/>
              </a:rPr>
              <a:t>Learning Question</a:t>
            </a:r>
            <a:endParaRPr lang="en-US" sz="1400" dirty="0"/>
          </a:p>
        </p:txBody>
      </p:sp>
      <p:sp>
        <p:nvSpPr>
          <p:cNvPr id="3" name="Text 1"/>
          <p:cNvSpPr txBox="1"/>
          <p:nvPr/>
        </p:nvSpPr>
        <p:spPr>
          <a:xfrm>
            <a:off x="640080" y="685800"/>
            <a:ext cx="7863840" cy="1143000"/>
          </a:xfrm>
          <a:prstGeom prst="rect">
            <a:avLst/>
          </a:prstGeom>
          <a:noFill/>
          <a:ln/>
        </p:spPr>
        <p:txBody>
          <a:bodyPr wrap="square" lIns="0" tIns="0" rIns="0" bIns="0" rtlCol="0" anchor="ctr"/>
          <a:lstStyle/>
          <a:p>
            <a:pPr algn="ctr" indent="0" marL="0">
              <a:spcAft>
                <a:spcPts val="200"/>
              </a:spcAft>
              <a:buNone/>
            </a:pPr>
            <a:r>
              <a:rPr lang="en-US" sz="2600" b="1" dirty="0">
                <a:solidFill>
                  <a:srgbClr val="FFFFFF"/>
                </a:solidFill>
                <a:latin typeface="Pretendard" pitchFamily="34" charset="0"/>
                <a:ea typeface="Pretendard" pitchFamily="34" charset="-122"/>
                <a:cs typeface="Pretendard" pitchFamily="34" charset="-120"/>
              </a:rPr>
              <a:t>혼자 해결하려는 마음은 왜 위험하고</a:t>
            </a:r>
            <a:endParaRPr lang="en-US" sz="2600" dirty="0"/>
          </a:p>
          <a:p>
            <a:pPr algn="ctr" indent="0" marL="0">
              <a:spcAft>
                <a:spcPts val="200"/>
              </a:spcAft>
              <a:buNone/>
            </a:pPr>
            <a:r>
              <a:rPr lang="en-US" sz="2600" b="1" dirty="0">
                <a:solidFill>
                  <a:srgbClr val="FFFFFF"/>
                </a:solidFill>
                <a:latin typeface="Pretendard" pitchFamily="34" charset="0"/>
                <a:ea typeface="Pretendard" pitchFamily="34" charset="-122"/>
                <a:cs typeface="Pretendard" pitchFamily="34" charset="-120"/>
              </a:rPr>
              <a:t>어떤 순서로 도움을 구할 수 있을까?</a:t>
            </a:r>
            <a:endParaRPr lang="en-US" sz="2600" dirty="0"/>
          </a:p>
        </p:txBody>
      </p:sp>
      <p:sp>
        <p:nvSpPr>
          <p:cNvPr id="4" name="목표 카드 1"/>
          <p:cNvSpPr/>
          <p:nvPr/>
        </p:nvSpPr>
        <p:spPr>
          <a:xfrm>
            <a:off x="237744" y="2103120"/>
            <a:ext cx="2830068" cy="2560320"/>
          </a:xfrm>
          <a:prstGeom prst="roundRect">
            <a:avLst>
              <a:gd name="adj" fmla="val 4286"/>
            </a:avLst>
          </a:prstGeom>
          <a:solidFill>
            <a:srgbClr val="FFFFFF"/>
          </a:solidFill>
          <a:ln w="12700">
            <a:solidFill>
              <a:srgbClr val="FFFFFF"/>
            </a:solidFill>
            <a:prstDash val="solid"/>
          </a:ln>
        </p:spPr>
      </p:sp>
      <p:sp>
        <p:nvSpPr>
          <p:cNvPr id="5" name="Text 3"/>
          <p:cNvSpPr txBox="1"/>
          <p:nvPr/>
        </p:nvSpPr>
        <p:spPr>
          <a:xfrm>
            <a:off x="237744" y="2240280"/>
            <a:ext cx="2830068" cy="457200"/>
          </a:xfrm>
          <a:prstGeom prst="rect">
            <a:avLst/>
          </a:prstGeom>
          <a:noFill/>
          <a:ln/>
        </p:spPr>
        <p:txBody>
          <a:bodyPr wrap="square" lIns="0" tIns="0" rIns="0" bIns="0" rtlCol="0" anchor="ctr"/>
          <a:lstStyle/>
          <a:p>
            <a:pPr algn="ctr" indent="0" marL="0">
              <a:buNone/>
            </a:pPr>
            <a:r>
              <a:rPr lang="en-US" sz="2200" b="1" dirty="0">
                <a:solidFill>
                  <a:srgbClr val="FF6B35"/>
                </a:solidFill>
                <a:latin typeface="Pretendard" pitchFamily="34" charset="0"/>
                <a:ea typeface="Pretendard" pitchFamily="34" charset="-122"/>
                <a:cs typeface="Pretendard" pitchFamily="34" charset="-120"/>
              </a:rPr>
              <a:t>구분하기</a:t>
            </a:r>
            <a:endParaRPr lang="en-US" sz="2200" dirty="0"/>
          </a:p>
        </p:txBody>
      </p:sp>
      <p:sp>
        <p:nvSpPr>
          <p:cNvPr id="6" name="카드 구분선 1"/>
          <p:cNvSpPr/>
          <p:nvPr/>
        </p:nvSpPr>
        <p:spPr>
          <a:xfrm>
            <a:off x="512064" y="2834640"/>
            <a:ext cx="2281428" cy="0"/>
          </a:xfrm>
          <a:prstGeom prst="line">
            <a:avLst/>
          </a:prstGeom>
          <a:noFill/>
          <a:ln w="12700">
            <a:solidFill>
              <a:srgbClr val="333333"/>
            </a:solidFill>
            <a:prstDash val="solid"/>
          </a:ln>
        </p:spPr>
      </p:sp>
      <p:sp>
        <p:nvSpPr>
          <p:cNvPr id="7" name="체크 1"/>
          <p:cNvSpPr/>
          <p:nvPr/>
        </p:nvSpPr>
        <p:spPr>
          <a:xfrm>
            <a:off x="512064" y="3108960"/>
            <a:ext cx="329184" cy="329184"/>
          </a:xfrm>
          <a:prstGeom prst="ellipse">
            <a:avLst/>
          </a:prstGeom>
          <a:solidFill>
            <a:srgbClr val="FFFFFF"/>
          </a:solidFill>
          <a:ln w="19050">
            <a:solidFill>
              <a:srgbClr val="FF6B35"/>
            </a:solidFill>
            <a:prstDash val="solid"/>
          </a:ln>
        </p:spPr>
      </p:sp>
      <p:sp>
        <p:nvSpPr>
          <p:cNvPr id="8" name="체크 1 획1"/>
          <p:cNvSpPr/>
          <p:nvPr/>
        </p:nvSpPr>
        <p:spPr>
          <a:xfrm>
            <a:off x="600944" y="3273552"/>
            <a:ext cx="59253" cy="65837"/>
          </a:xfrm>
          <a:prstGeom prst="line">
            <a:avLst/>
          </a:prstGeom>
          <a:noFill/>
          <a:ln w="25400">
            <a:solidFill>
              <a:srgbClr val="FF6B35"/>
            </a:solidFill>
            <a:prstDash val="solid"/>
          </a:ln>
        </p:spPr>
      </p:sp>
      <p:sp>
        <p:nvSpPr>
          <p:cNvPr id="9" name="체크 1 획2"/>
          <p:cNvSpPr/>
          <p:nvPr/>
        </p:nvSpPr>
        <p:spPr>
          <a:xfrm flipV="1">
            <a:off x="660197" y="3207715"/>
            <a:ext cx="92172" cy="131674"/>
          </a:xfrm>
          <a:prstGeom prst="line">
            <a:avLst/>
          </a:prstGeom>
          <a:noFill/>
          <a:ln w="25400">
            <a:solidFill>
              <a:srgbClr val="FF6B35"/>
            </a:solidFill>
            <a:prstDash val="solid"/>
          </a:ln>
        </p:spPr>
      </p:sp>
      <p:sp>
        <p:nvSpPr>
          <p:cNvPr id="10" name="Text 8"/>
          <p:cNvSpPr txBox="1"/>
          <p:nvPr/>
        </p:nvSpPr>
        <p:spPr>
          <a:xfrm>
            <a:off x="969264" y="3017520"/>
            <a:ext cx="1828800" cy="914400"/>
          </a:xfrm>
          <a:prstGeom prst="rect">
            <a:avLst/>
          </a:prstGeom>
          <a:noFill/>
          <a:ln/>
        </p:spPr>
        <p:txBody>
          <a:bodyPr wrap="square" lIns="0" tIns="0" rIns="0" bIns="0" rtlCol="0" anchor="t"/>
          <a:lstStyle/>
          <a:p>
            <a:pPr indent="0" marL="0">
              <a:buNone/>
            </a:pPr>
            <a:r>
              <a:rPr lang="en-US" sz="1400" b="1" dirty="0">
                <a:solidFill>
                  <a:srgbClr val="333333"/>
                </a:solidFill>
                <a:latin typeface="Pretendard" pitchFamily="34" charset="0"/>
                <a:ea typeface="Pretendard" pitchFamily="34" charset="-122"/>
                <a:cs typeface="Pretendard" pitchFamily="34" charset="-120"/>
              </a:rPr>
              <a:t>피해·위험의 네 가지 모습을 알아봐요.</a:t>
            </a:r>
            <a:endParaRPr lang="en-US" sz="1400" dirty="0"/>
          </a:p>
        </p:txBody>
      </p:sp>
      <p:sp>
        <p:nvSpPr>
          <p:cNvPr id="11" name="목표 번호 1"/>
          <p:cNvSpPr/>
          <p:nvPr/>
        </p:nvSpPr>
        <p:spPr>
          <a:xfrm>
            <a:off x="512064" y="4114800"/>
            <a:ext cx="1371600" cy="329184"/>
          </a:xfrm>
          <a:prstGeom prst="roundRect">
            <a:avLst>
              <a:gd name="adj" fmla="val 22222"/>
            </a:avLst>
          </a:prstGeom>
          <a:solidFill>
            <a:srgbClr val="FDEBE1"/>
          </a:solidFill>
          <a:ln w="12700">
            <a:solidFill>
              <a:srgbClr val="FDEBE1"/>
            </a:solidFill>
            <a:prstDash val="solid"/>
          </a:ln>
        </p:spPr>
      </p:sp>
      <p:sp>
        <p:nvSpPr>
          <p:cNvPr id="12" name="Text 10"/>
          <p:cNvSpPr txBox="1"/>
          <p:nvPr/>
        </p:nvSpPr>
        <p:spPr>
          <a:xfrm>
            <a:off x="512064" y="4114800"/>
            <a:ext cx="1371600" cy="329184"/>
          </a:xfrm>
          <a:prstGeom prst="rect">
            <a:avLst/>
          </a:prstGeom>
          <a:noFill/>
          <a:ln/>
        </p:spPr>
        <p:txBody>
          <a:bodyPr wrap="square" lIns="0" tIns="0" rIns="0" bIns="0" rtlCol="0" anchor="ctr"/>
          <a:lstStyle/>
          <a:p>
            <a:pPr algn="ctr" indent="0" marL="0">
              <a:buNone/>
            </a:pPr>
            <a:r>
              <a:rPr lang="en-US" sz="1200" b="1" dirty="0">
                <a:solidFill>
                  <a:srgbClr val="FF6B35"/>
                </a:solidFill>
                <a:latin typeface="Pretendard" pitchFamily="34" charset="0"/>
                <a:ea typeface="Pretendard" pitchFamily="34" charset="-122"/>
                <a:cs typeface="Pretendard" pitchFamily="34" charset="-120"/>
              </a:rPr>
              <a:t>OBJECTIVE 01</a:t>
            </a:r>
            <a:endParaRPr lang="en-US" sz="1200" dirty="0"/>
          </a:p>
        </p:txBody>
      </p:sp>
      <p:sp>
        <p:nvSpPr>
          <p:cNvPr id="13" name="목표 카드 2"/>
          <p:cNvSpPr/>
          <p:nvPr/>
        </p:nvSpPr>
        <p:spPr>
          <a:xfrm>
            <a:off x="3154680" y="2103120"/>
            <a:ext cx="2830068" cy="2560320"/>
          </a:xfrm>
          <a:prstGeom prst="roundRect">
            <a:avLst>
              <a:gd name="adj" fmla="val 4286"/>
            </a:avLst>
          </a:prstGeom>
          <a:solidFill>
            <a:srgbClr val="FFFFFF"/>
          </a:solidFill>
          <a:ln w="12700">
            <a:solidFill>
              <a:srgbClr val="FFFFFF"/>
            </a:solidFill>
            <a:prstDash val="solid"/>
          </a:ln>
        </p:spPr>
      </p:sp>
      <p:sp>
        <p:nvSpPr>
          <p:cNvPr id="14" name="Text 12"/>
          <p:cNvSpPr txBox="1"/>
          <p:nvPr/>
        </p:nvSpPr>
        <p:spPr>
          <a:xfrm>
            <a:off x="3154680" y="2240280"/>
            <a:ext cx="2830068" cy="457200"/>
          </a:xfrm>
          <a:prstGeom prst="rect">
            <a:avLst/>
          </a:prstGeom>
          <a:noFill/>
          <a:ln/>
        </p:spPr>
        <p:txBody>
          <a:bodyPr wrap="square" lIns="0" tIns="0" rIns="0" bIns="0" rtlCol="0" anchor="ctr"/>
          <a:lstStyle/>
          <a:p>
            <a:pPr algn="ctr" indent="0" marL="0">
              <a:buNone/>
            </a:pPr>
            <a:r>
              <a:rPr lang="en-US" sz="2200" b="1" dirty="0">
                <a:solidFill>
                  <a:srgbClr val="FF6B35"/>
                </a:solidFill>
                <a:latin typeface="Pretendard" pitchFamily="34" charset="0"/>
                <a:ea typeface="Pretendard" pitchFamily="34" charset="-122"/>
                <a:cs typeface="Pretendard" pitchFamily="34" charset="-120"/>
              </a:rPr>
              <a:t>적용하기</a:t>
            </a:r>
            <a:endParaRPr lang="en-US" sz="2200" dirty="0"/>
          </a:p>
        </p:txBody>
      </p:sp>
      <p:sp>
        <p:nvSpPr>
          <p:cNvPr id="15" name="카드 구분선 2"/>
          <p:cNvSpPr/>
          <p:nvPr/>
        </p:nvSpPr>
        <p:spPr>
          <a:xfrm>
            <a:off x="3429000" y="2834640"/>
            <a:ext cx="2281428" cy="0"/>
          </a:xfrm>
          <a:prstGeom prst="line">
            <a:avLst/>
          </a:prstGeom>
          <a:noFill/>
          <a:ln w="12700">
            <a:solidFill>
              <a:srgbClr val="333333"/>
            </a:solidFill>
            <a:prstDash val="solid"/>
          </a:ln>
        </p:spPr>
      </p:sp>
      <p:sp>
        <p:nvSpPr>
          <p:cNvPr id="16" name="체크 2"/>
          <p:cNvSpPr/>
          <p:nvPr/>
        </p:nvSpPr>
        <p:spPr>
          <a:xfrm>
            <a:off x="3429000" y="3108960"/>
            <a:ext cx="329184" cy="329184"/>
          </a:xfrm>
          <a:prstGeom prst="ellipse">
            <a:avLst/>
          </a:prstGeom>
          <a:solidFill>
            <a:srgbClr val="FFFFFF"/>
          </a:solidFill>
          <a:ln w="19050">
            <a:solidFill>
              <a:srgbClr val="FF6B35"/>
            </a:solidFill>
            <a:prstDash val="solid"/>
          </a:ln>
        </p:spPr>
      </p:sp>
      <p:sp>
        <p:nvSpPr>
          <p:cNvPr id="17" name="체크 2 획1"/>
          <p:cNvSpPr/>
          <p:nvPr/>
        </p:nvSpPr>
        <p:spPr>
          <a:xfrm>
            <a:off x="3517880" y="3273552"/>
            <a:ext cx="59253" cy="65837"/>
          </a:xfrm>
          <a:prstGeom prst="line">
            <a:avLst/>
          </a:prstGeom>
          <a:noFill/>
          <a:ln w="25400">
            <a:solidFill>
              <a:srgbClr val="FF6B35"/>
            </a:solidFill>
            <a:prstDash val="solid"/>
          </a:ln>
        </p:spPr>
      </p:sp>
      <p:sp>
        <p:nvSpPr>
          <p:cNvPr id="18" name="체크 2 획2"/>
          <p:cNvSpPr/>
          <p:nvPr/>
        </p:nvSpPr>
        <p:spPr>
          <a:xfrm flipV="1">
            <a:off x="3577133" y="3207715"/>
            <a:ext cx="92172" cy="131674"/>
          </a:xfrm>
          <a:prstGeom prst="line">
            <a:avLst/>
          </a:prstGeom>
          <a:noFill/>
          <a:ln w="25400">
            <a:solidFill>
              <a:srgbClr val="FF6B35"/>
            </a:solidFill>
            <a:prstDash val="solid"/>
          </a:ln>
        </p:spPr>
      </p:sp>
      <p:sp>
        <p:nvSpPr>
          <p:cNvPr id="19" name="Text 17"/>
          <p:cNvSpPr txBox="1"/>
          <p:nvPr/>
        </p:nvSpPr>
        <p:spPr>
          <a:xfrm>
            <a:off x="3886200" y="3017520"/>
            <a:ext cx="1828800" cy="914400"/>
          </a:xfrm>
          <a:prstGeom prst="rect">
            <a:avLst/>
          </a:prstGeom>
          <a:noFill/>
          <a:ln/>
        </p:spPr>
        <p:txBody>
          <a:bodyPr wrap="square" lIns="0" tIns="0" rIns="0" bIns="0" rtlCol="0" anchor="t"/>
          <a:lstStyle/>
          <a:p>
            <a:pPr indent="0" marL="0">
              <a:buNone/>
            </a:pPr>
            <a:r>
              <a:rPr lang="en-US" sz="1400" b="1" dirty="0">
                <a:solidFill>
                  <a:srgbClr val="333333"/>
                </a:solidFill>
                <a:latin typeface="Pretendard" pitchFamily="34" charset="0"/>
                <a:ea typeface="Pretendard" pitchFamily="34" charset="-122"/>
                <a:cs typeface="Pretendard" pitchFamily="34" charset="-120"/>
              </a:rPr>
              <a:t>멈추기·남기기·알리기·도움받기를 사례에 써 봐요.</a:t>
            </a:r>
            <a:endParaRPr lang="en-US" sz="1400" dirty="0"/>
          </a:p>
        </p:txBody>
      </p:sp>
      <p:sp>
        <p:nvSpPr>
          <p:cNvPr id="20" name="목표 번호 2"/>
          <p:cNvSpPr/>
          <p:nvPr/>
        </p:nvSpPr>
        <p:spPr>
          <a:xfrm>
            <a:off x="3429000" y="4114800"/>
            <a:ext cx="1371600" cy="329184"/>
          </a:xfrm>
          <a:prstGeom prst="roundRect">
            <a:avLst>
              <a:gd name="adj" fmla="val 22222"/>
            </a:avLst>
          </a:prstGeom>
          <a:solidFill>
            <a:srgbClr val="FDEBE1"/>
          </a:solidFill>
          <a:ln w="12700">
            <a:solidFill>
              <a:srgbClr val="FDEBE1"/>
            </a:solidFill>
            <a:prstDash val="solid"/>
          </a:ln>
        </p:spPr>
      </p:sp>
      <p:sp>
        <p:nvSpPr>
          <p:cNvPr id="21" name="Text 19"/>
          <p:cNvSpPr txBox="1"/>
          <p:nvPr/>
        </p:nvSpPr>
        <p:spPr>
          <a:xfrm>
            <a:off x="3429000" y="4114800"/>
            <a:ext cx="1371600" cy="329184"/>
          </a:xfrm>
          <a:prstGeom prst="rect">
            <a:avLst/>
          </a:prstGeom>
          <a:noFill/>
          <a:ln/>
        </p:spPr>
        <p:txBody>
          <a:bodyPr wrap="square" lIns="0" tIns="0" rIns="0" bIns="0" rtlCol="0" anchor="ctr"/>
          <a:lstStyle/>
          <a:p>
            <a:pPr algn="ctr" indent="0" marL="0">
              <a:buNone/>
            </a:pPr>
            <a:r>
              <a:rPr lang="en-US" sz="1200" b="1" dirty="0">
                <a:solidFill>
                  <a:srgbClr val="FF6B35"/>
                </a:solidFill>
                <a:latin typeface="Pretendard" pitchFamily="34" charset="0"/>
                <a:ea typeface="Pretendard" pitchFamily="34" charset="-122"/>
                <a:cs typeface="Pretendard" pitchFamily="34" charset="-120"/>
              </a:rPr>
              <a:t>OBJECTIVE 02</a:t>
            </a:r>
            <a:endParaRPr lang="en-US" sz="1200" dirty="0"/>
          </a:p>
        </p:txBody>
      </p:sp>
      <p:sp>
        <p:nvSpPr>
          <p:cNvPr id="22" name="목표 카드 3"/>
          <p:cNvSpPr/>
          <p:nvPr/>
        </p:nvSpPr>
        <p:spPr>
          <a:xfrm>
            <a:off x="6071616" y="2103120"/>
            <a:ext cx="2830068" cy="2560320"/>
          </a:xfrm>
          <a:prstGeom prst="roundRect">
            <a:avLst>
              <a:gd name="adj" fmla="val 4286"/>
            </a:avLst>
          </a:prstGeom>
          <a:solidFill>
            <a:srgbClr val="FFFFFF"/>
          </a:solidFill>
          <a:ln w="12700">
            <a:solidFill>
              <a:srgbClr val="FFFFFF"/>
            </a:solidFill>
            <a:prstDash val="solid"/>
          </a:ln>
        </p:spPr>
      </p:sp>
      <p:sp>
        <p:nvSpPr>
          <p:cNvPr id="23" name="Text 21"/>
          <p:cNvSpPr txBox="1"/>
          <p:nvPr/>
        </p:nvSpPr>
        <p:spPr>
          <a:xfrm>
            <a:off x="6071616" y="2240280"/>
            <a:ext cx="2830068" cy="457200"/>
          </a:xfrm>
          <a:prstGeom prst="rect">
            <a:avLst/>
          </a:prstGeom>
          <a:noFill/>
          <a:ln/>
        </p:spPr>
        <p:txBody>
          <a:bodyPr wrap="square" lIns="0" tIns="0" rIns="0" bIns="0" rtlCol="0" anchor="ctr"/>
          <a:lstStyle/>
          <a:p>
            <a:pPr algn="ctr" indent="0" marL="0">
              <a:buNone/>
            </a:pPr>
            <a:r>
              <a:rPr lang="en-US" sz="2200" b="1" dirty="0">
                <a:solidFill>
                  <a:srgbClr val="FF6B35"/>
                </a:solidFill>
                <a:latin typeface="Pretendard" pitchFamily="34" charset="0"/>
                <a:ea typeface="Pretendard" pitchFamily="34" charset="-122"/>
                <a:cs typeface="Pretendard" pitchFamily="34" charset="-120"/>
              </a:rPr>
              <a:t>연결하기</a:t>
            </a:r>
            <a:endParaRPr lang="en-US" sz="2200" dirty="0"/>
          </a:p>
        </p:txBody>
      </p:sp>
      <p:sp>
        <p:nvSpPr>
          <p:cNvPr id="24" name="카드 구분선 3"/>
          <p:cNvSpPr/>
          <p:nvPr/>
        </p:nvSpPr>
        <p:spPr>
          <a:xfrm>
            <a:off x="6345936" y="2834640"/>
            <a:ext cx="2281428" cy="0"/>
          </a:xfrm>
          <a:prstGeom prst="line">
            <a:avLst/>
          </a:prstGeom>
          <a:noFill/>
          <a:ln w="12700">
            <a:solidFill>
              <a:srgbClr val="333333"/>
            </a:solidFill>
            <a:prstDash val="solid"/>
          </a:ln>
        </p:spPr>
      </p:sp>
      <p:sp>
        <p:nvSpPr>
          <p:cNvPr id="25" name="체크 3"/>
          <p:cNvSpPr/>
          <p:nvPr/>
        </p:nvSpPr>
        <p:spPr>
          <a:xfrm>
            <a:off x="6345936" y="3108960"/>
            <a:ext cx="329184" cy="329184"/>
          </a:xfrm>
          <a:prstGeom prst="ellipse">
            <a:avLst/>
          </a:prstGeom>
          <a:solidFill>
            <a:srgbClr val="FFFFFF"/>
          </a:solidFill>
          <a:ln w="19050">
            <a:solidFill>
              <a:srgbClr val="FF6B35"/>
            </a:solidFill>
            <a:prstDash val="solid"/>
          </a:ln>
        </p:spPr>
      </p:sp>
      <p:sp>
        <p:nvSpPr>
          <p:cNvPr id="26" name="체크 3 획1"/>
          <p:cNvSpPr/>
          <p:nvPr/>
        </p:nvSpPr>
        <p:spPr>
          <a:xfrm>
            <a:off x="6434816" y="3273552"/>
            <a:ext cx="59253" cy="65837"/>
          </a:xfrm>
          <a:prstGeom prst="line">
            <a:avLst/>
          </a:prstGeom>
          <a:noFill/>
          <a:ln w="25400">
            <a:solidFill>
              <a:srgbClr val="FF6B35"/>
            </a:solidFill>
            <a:prstDash val="solid"/>
          </a:ln>
        </p:spPr>
      </p:sp>
      <p:sp>
        <p:nvSpPr>
          <p:cNvPr id="27" name="체크 3 획2"/>
          <p:cNvSpPr/>
          <p:nvPr/>
        </p:nvSpPr>
        <p:spPr>
          <a:xfrm flipV="1">
            <a:off x="6494069" y="3207715"/>
            <a:ext cx="92172" cy="131674"/>
          </a:xfrm>
          <a:prstGeom prst="line">
            <a:avLst/>
          </a:prstGeom>
          <a:noFill/>
          <a:ln w="25400">
            <a:solidFill>
              <a:srgbClr val="FF6B35"/>
            </a:solidFill>
            <a:prstDash val="solid"/>
          </a:ln>
        </p:spPr>
      </p:sp>
      <p:sp>
        <p:nvSpPr>
          <p:cNvPr id="28" name="Text 26"/>
          <p:cNvSpPr txBox="1"/>
          <p:nvPr/>
        </p:nvSpPr>
        <p:spPr>
          <a:xfrm>
            <a:off x="6803136" y="3017520"/>
            <a:ext cx="1828800" cy="914400"/>
          </a:xfrm>
          <a:prstGeom prst="rect">
            <a:avLst/>
          </a:prstGeom>
          <a:noFill/>
          <a:ln/>
        </p:spPr>
        <p:txBody>
          <a:bodyPr wrap="square" lIns="0" tIns="0" rIns="0" bIns="0" rtlCol="0" anchor="t"/>
          <a:lstStyle/>
          <a:p>
            <a:pPr indent="0" marL="0">
              <a:buNone/>
            </a:pPr>
            <a:r>
              <a:rPr lang="en-US" sz="1400" b="1" dirty="0">
                <a:solidFill>
                  <a:srgbClr val="333333"/>
                </a:solidFill>
                <a:latin typeface="Pretendard" pitchFamily="34" charset="0"/>
                <a:ea typeface="Pretendard" pitchFamily="34" charset="-122"/>
                <a:cs typeface="Pretendard" pitchFamily="34" charset="-120"/>
              </a:rPr>
              <a:t>도움 창구와 말하는 방법을 정리해요.</a:t>
            </a:r>
            <a:endParaRPr lang="en-US" sz="1400" dirty="0"/>
          </a:p>
        </p:txBody>
      </p:sp>
      <p:sp>
        <p:nvSpPr>
          <p:cNvPr id="29" name="목표 번호 3"/>
          <p:cNvSpPr/>
          <p:nvPr/>
        </p:nvSpPr>
        <p:spPr>
          <a:xfrm>
            <a:off x="6345936" y="4114800"/>
            <a:ext cx="1371600" cy="329184"/>
          </a:xfrm>
          <a:prstGeom prst="roundRect">
            <a:avLst>
              <a:gd name="adj" fmla="val 22222"/>
            </a:avLst>
          </a:prstGeom>
          <a:solidFill>
            <a:srgbClr val="FDEBE1"/>
          </a:solidFill>
          <a:ln w="12700">
            <a:solidFill>
              <a:srgbClr val="FDEBE1"/>
            </a:solidFill>
            <a:prstDash val="solid"/>
          </a:ln>
        </p:spPr>
      </p:sp>
      <p:sp>
        <p:nvSpPr>
          <p:cNvPr id="30" name="Text 28"/>
          <p:cNvSpPr txBox="1"/>
          <p:nvPr/>
        </p:nvSpPr>
        <p:spPr>
          <a:xfrm>
            <a:off x="6345936" y="4114800"/>
            <a:ext cx="1371600" cy="329184"/>
          </a:xfrm>
          <a:prstGeom prst="rect">
            <a:avLst/>
          </a:prstGeom>
          <a:noFill/>
          <a:ln/>
        </p:spPr>
        <p:txBody>
          <a:bodyPr wrap="square" lIns="0" tIns="0" rIns="0" bIns="0" rtlCol="0" anchor="ctr"/>
          <a:lstStyle/>
          <a:p>
            <a:pPr algn="ctr" indent="0" marL="0">
              <a:buNone/>
            </a:pPr>
            <a:r>
              <a:rPr lang="en-US" sz="1200" b="1" dirty="0">
                <a:solidFill>
                  <a:srgbClr val="FF6B35"/>
                </a:solidFill>
                <a:latin typeface="Pretendard" pitchFamily="34" charset="0"/>
                <a:ea typeface="Pretendard" pitchFamily="34" charset="-122"/>
                <a:cs typeface="Pretendard" pitchFamily="34" charset="-120"/>
              </a:rPr>
              <a:t>OBJECTIVE 03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피해·위험의 네 가지 모습</a:t>
            </a:r>
            <a:pPr algn="l" indent="0" marL="0">
              <a:buNone/>
            </a:pPr>
            <a:r>
              <a:rPr lang="en-US" sz="1400" b="1" dirty="0">
                <a:solidFill>
                  <a:srgbClr val="9A9A9A"/>
                </a:solidFill>
                <a:latin typeface="Pretendard" pitchFamily="34" charset="0"/>
                <a:ea typeface="Pretendard" pitchFamily="34" charset="-122"/>
                <a:cs typeface="Pretendard" pitchFamily="34" charset="-120"/>
              </a:rPr>
              <a:t>   Four Faces</a:t>
            </a:r>
            <a:endParaRPr lang="en-US" sz="2800" dirty="0"/>
          </a:p>
        </p:txBody>
      </p:sp>
      <p:sp>
        <p:nvSpPr>
          <p:cNvPr id="4" name="모습 카드 1"/>
          <p:cNvSpPr/>
          <p:nvPr/>
        </p:nvSpPr>
        <p:spPr>
          <a:xfrm>
            <a:off x="475488" y="1234440"/>
            <a:ext cx="1993392" cy="2286000"/>
          </a:xfrm>
          <a:prstGeom prst="roundRect">
            <a:avLst>
              <a:gd name="adj" fmla="val 5505"/>
            </a:avLst>
          </a:prstGeom>
          <a:solidFill>
            <a:srgbClr val="FFFFFF"/>
          </a:solidFill>
          <a:ln w="15875">
            <a:solidFill>
              <a:srgbClr val="C9C9C9"/>
            </a:solidFill>
            <a:prstDash val="solid"/>
          </a:ln>
        </p:spPr>
      </p:sp>
      <p:sp>
        <p:nvSpPr>
          <p:cNvPr id="5" name="Text 3"/>
          <p:cNvSpPr txBox="1"/>
          <p:nvPr/>
        </p:nvSpPr>
        <p:spPr>
          <a:xfrm>
            <a:off x="676656" y="1371600"/>
            <a:ext cx="914400" cy="50292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a:t>
            </a:r>
            <a:endParaRPr lang="en-US" sz="2800" dirty="0"/>
          </a:p>
        </p:txBody>
      </p:sp>
      <p:sp>
        <p:nvSpPr>
          <p:cNvPr id="6" name="Text 4"/>
          <p:cNvSpPr txBox="1"/>
          <p:nvPr/>
        </p:nvSpPr>
        <p:spPr>
          <a:xfrm>
            <a:off x="676656" y="1965960"/>
            <a:ext cx="1645920" cy="457200"/>
          </a:xfrm>
          <a:prstGeom prst="rect">
            <a:avLst/>
          </a:prstGeom>
          <a:noFill/>
          <a:ln/>
        </p:spPr>
        <p:txBody>
          <a:bodyPr wrap="square" lIns="0" tIns="0" rIns="0" bIns="0" rtlCol="0" anchor="t"/>
          <a:lstStyle/>
          <a:p>
            <a:pPr indent="0" marL="0">
              <a:buNone/>
            </a:pPr>
            <a:r>
              <a:rPr lang="en-US" sz="1800" b="1" dirty="0">
                <a:solidFill>
                  <a:srgbClr val="333333"/>
                </a:solidFill>
                <a:latin typeface="Pretendard" pitchFamily="34" charset="0"/>
                <a:ea typeface="Pretendard" pitchFamily="34" charset="-122"/>
                <a:cs typeface="Pretendard" pitchFamily="34" charset="-120"/>
              </a:rPr>
              <a:t>돈</a:t>
            </a:r>
            <a:endParaRPr lang="en-US" sz="1800" dirty="0"/>
          </a:p>
        </p:txBody>
      </p:sp>
      <p:sp>
        <p:nvSpPr>
          <p:cNvPr id="7" name="Text 5"/>
          <p:cNvSpPr txBox="1"/>
          <p:nvPr/>
        </p:nvSpPr>
        <p:spPr>
          <a:xfrm>
            <a:off x="676656" y="2468880"/>
            <a:ext cx="1691640"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반복 결제</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돈을 빌리거나 보내라는 요구</a:t>
            </a:r>
            <a:endParaRPr lang="en-US" sz="1200" dirty="0"/>
          </a:p>
        </p:txBody>
      </p:sp>
      <p:sp>
        <p:nvSpPr>
          <p:cNvPr id="8" name="모습 카드 2"/>
          <p:cNvSpPr/>
          <p:nvPr/>
        </p:nvSpPr>
        <p:spPr>
          <a:xfrm>
            <a:off x="2578608" y="1234440"/>
            <a:ext cx="1993392" cy="2286000"/>
          </a:xfrm>
          <a:prstGeom prst="roundRect">
            <a:avLst>
              <a:gd name="adj" fmla="val 5505"/>
            </a:avLst>
          </a:prstGeom>
          <a:solidFill>
            <a:srgbClr val="FFFFFF"/>
          </a:solidFill>
          <a:ln w="15875">
            <a:solidFill>
              <a:srgbClr val="C9C9C9"/>
            </a:solidFill>
            <a:prstDash val="solid"/>
          </a:ln>
        </p:spPr>
      </p:sp>
      <p:sp>
        <p:nvSpPr>
          <p:cNvPr id="9" name="Text 7"/>
          <p:cNvSpPr txBox="1"/>
          <p:nvPr/>
        </p:nvSpPr>
        <p:spPr>
          <a:xfrm>
            <a:off x="2779776" y="1371600"/>
            <a:ext cx="914400" cy="50292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a:t>
            </a:r>
            <a:endParaRPr lang="en-US" sz="2800" dirty="0"/>
          </a:p>
        </p:txBody>
      </p:sp>
      <p:sp>
        <p:nvSpPr>
          <p:cNvPr id="10" name="Text 8"/>
          <p:cNvSpPr txBox="1"/>
          <p:nvPr/>
        </p:nvSpPr>
        <p:spPr>
          <a:xfrm>
            <a:off x="2779776" y="1965960"/>
            <a:ext cx="1645920" cy="457200"/>
          </a:xfrm>
          <a:prstGeom prst="rect">
            <a:avLst/>
          </a:prstGeom>
          <a:noFill/>
          <a:ln/>
        </p:spPr>
        <p:txBody>
          <a:bodyPr wrap="square" lIns="0" tIns="0" rIns="0" bIns="0" rtlCol="0" anchor="t"/>
          <a:lstStyle/>
          <a:p>
            <a:pPr indent="0" marL="0">
              <a:buNone/>
            </a:pPr>
            <a:r>
              <a:rPr lang="en-US" sz="1800" b="1" dirty="0">
                <a:solidFill>
                  <a:srgbClr val="333333"/>
                </a:solidFill>
                <a:latin typeface="Pretendard" pitchFamily="34" charset="0"/>
                <a:ea typeface="Pretendard" pitchFamily="34" charset="-122"/>
                <a:cs typeface="Pretendard" pitchFamily="34" charset="-120"/>
              </a:rPr>
              <a:t>몸과 건강</a:t>
            </a:r>
            <a:endParaRPr lang="en-US" sz="1800" dirty="0"/>
          </a:p>
        </p:txBody>
      </p:sp>
      <p:sp>
        <p:nvSpPr>
          <p:cNvPr id="11" name="Text 9"/>
          <p:cNvSpPr txBox="1"/>
          <p:nvPr/>
        </p:nvSpPr>
        <p:spPr>
          <a:xfrm>
            <a:off x="2779776" y="2468880"/>
            <a:ext cx="1691640"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먹거나 따라 한 뒤</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몸이 이상해요</a:t>
            </a:r>
            <a:endParaRPr lang="en-US" sz="1200" dirty="0"/>
          </a:p>
        </p:txBody>
      </p:sp>
      <p:sp>
        <p:nvSpPr>
          <p:cNvPr id="12" name="모습 카드 3"/>
          <p:cNvSpPr/>
          <p:nvPr/>
        </p:nvSpPr>
        <p:spPr>
          <a:xfrm>
            <a:off x="4681728" y="1234440"/>
            <a:ext cx="1993392" cy="2286000"/>
          </a:xfrm>
          <a:prstGeom prst="roundRect">
            <a:avLst>
              <a:gd name="adj" fmla="val 5505"/>
            </a:avLst>
          </a:prstGeom>
          <a:solidFill>
            <a:srgbClr val="FFFFFF"/>
          </a:solidFill>
          <a:ln w="15875">
            <a:solidFill>
              <a:srgbClr val="C9C9C9"/>
            </a:solidFill>
            <a:prstDash val="solid"/>
          </a:ln>
        </p:spPr>
      </p:sp>
      <p:sp>
        <p:nvSpPr>
          <p:cNvPr id="13" name="Text 11"/>
          <p:cNvSpPr txBox="1"/>
          <p:nvPr/>
        </p:nvSpPr>
        <p:spPr>
          <a:xfrm>
            <a:off x="4882896" y="1371600"/>
            <a:ext cx="914400" cy="50292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a:t>
            </a:r>
            <a:endParaRPr lang="en-US" sz="2800" dirty="0"/>
          </a:p>
        </p:txBody>
      </p:sp>
      <p:sp>
        <p:nvSpPr>
          <p:cNvPr id="14" name="Text 12"/>
          <p:cNvSpPr txBox="1"/>
          <p:nvPr/>
        </p:nvSpPr>
        <p:spPr>
          <a:xfrm>
            <a:off x="4882896" y="1965960"/>
            <a:ext cx="1645920" cy="457200"/>
          </a:xfrm>
          <a:prstGeom prst="rect">
            <a:avLst/>
          </a:prstGeom>
          <a:noFill/>
          <a:ln/>
        </p:spPr>
        <p:txBody>
          <a:bodyPr wrap="square" lIns="0" tIns="0" rIns="0" bIns="0" rtlCol="0" anchor="t"/>
          <a:lstStyle/>
          <a:p>
            <a:pPr indent="0" marL="0">
              <a:buNone/>
            </a:pPr>
            <a:r>
              <a:rPr lang="en-US" sz="1800" b="1" dirty="0">
                <a:solidFill>
                  <a:srgbClr val="333333"/>
                </a:solidFill>
                <a:latin typeface="Pretendard" pitchFamily="34" charset="0"/>
                <a:ea typeface="Pretendard" pitchFamily="34" charset="-122"/>
                <a:cs typeface="Pretendard" pitchFamily="34" charset="-120"/>
              </a:rPr>
              <a:t>개인정보</a:t>
            </a:r>
            <a:endParaRPr lang="en-US" sz="1800" dirty="0"/>
          </a:p>
        </p:txBody>
      </p:sp>
      <p:sp>
        <p:nvSpPr>
          <p:cNvPr id="15" name="Text 13"/>
          <p:cNvSpPr txBox="1"/>
          <p:nvPr/>
        </p:nvSpPr>
        <p:spPr>
          <a:xfrm>
            <a:off x="4882896" y="2468880"/>
            <a:ext cx="1691640"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정보·사진 요구</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“말하면 곤란해진다”는 압박</a:t>
            </a:r>
            <a:endParaRPr lang="en-US" sz="1200" dirty="0"/>
          </a:p>
        </p:txBody>
      </p:sp>
      <p:sp>
        <p:nvSpPr>
          <p:cNvPr id="16" name="모습 카드 4"/>
          <p:cNvSpPr/>
          <p:nvPr/>
        </p:nvSpPr>
        <p:spPr>
          <a:xfrm>
            <a:off x="6784848" y="1234440"/>
            <a:ext cx="1993392" cy="2286000"/>
          </a:xfrm>
          <a:prstGeom prst="roundRect">
            <a:avLst>
              <a:gd name="adj" fmla="val 5505"/>
            </a:avLst>
          </a:prstGeom>
          <a:solidFill>
            <a:srgbClr val="FFFFFF"/>
          </a:solidFill>
          <a:ln w="15875">
            <a:solidFill>
              <a:srgbClr val="C9C9C9"/>
            </a:solidFill>
            <a:prstDash val="solid"/>
          </a:ln>
        </p:spPr>
      </p:sp>
      <p:sp>
        <p:nvSpPr>
          <p:cNvPr id="17" name="Text 15"/>
          <p:cNvSpPr txBox="1"/>
          <p:nvPr/>
        </p:nvSpPr>
        <p:spPr>
          <a:xfrm>
            <a:off x="6986016" y="1371600"/>
            <a:ext cx="914400" cy="50292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a:t>
            </a:r>
            <a:endParaRPr lang="en-US" sz="2800" dirty="0"/>
          </a:p>
        </p:txBody>
      </p:sp>
      <p:sp>
        <p:nvSpPr>
          <p:cNvPr id="18" name="Text 16"/>
          <p:cNvSpPr txBox="1"/>
          <p:nvPr/>
        </p:nvSpPr>
        <p:spPr>
          <a:xfrm>
            <a:off x="6986016" y="1965960"/>
            <a:ext cx="1645920" cy="457200"/>
          </a:xfrm>
          <a:prstGeom prst="rect">
            <a:avLst/>
          </a:prstGeom>
          <a:noFill/>
          <a:ln/>
        </p:spPr>
        <p:txBody>
          <a:bodyPr wrap="square" lIns="0" tIns="0" rIns="0" bIns="0" rtlCol="0" anchor="t"/>
          <a:lstStyle/>
          <a:p>
            <a:pPr indent="0" marL="0">
              <a:buNone/>
            </a:pPr>
            <a:r>
              <a:rPr lang="en-US" sz="1800" b="1" dirty="0">
                <a:solidFill>
                  <a:srgbClr val="333333"/>
                </a:solidFill>
                <a:latin typeface="Pretendard" pitchFamily="34" charset="0"/>
                <a:ea typeface="Pretendard" pitchFamily="34" charset="-122"/>
                <a:cs typeface="Pretendard" pitchFamily="34" charset="-120"/>
              </a:rPr>
              <a:t>관계</a:t>
            </a:r>
            <a:endParaRPr lang="en-US" sz="1800" dirty="0"/>
          </a:p>
        </p:txBody>
      </p:sp>
      <p:sp>
        <p:nvSpPr>
          <p:cNvPr id="19" name="Text 17"/>
          <p:cNvSpPr txBox="1"/>
          <p:nvPr/>
        </p:nvSpPr>
        <p:spPr>
          <a:xfrm>
            <a:off x="6986016" y="2468880"/>
            <a:ext cx="1691640" cy="96012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걱정되는 친구</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“비밀로 해 줘”라는 부탁</a:t>
            </a:r>
            <a:endParaRPr lang="en-US" sz="1200" dirty="0"/>
          </a:p>
        </p:txBody>
      </p:sp>
      <p:sp>
        <p:nvSpPr>
          <p:cNvPr id="20" name="결론 배너"/>
          <p:cNvSpPr/>
          <p:nvPr/>
        </p:nvSpPr>
        <p:spPr>
          <a:xfrm>
            <a:off x="475488" y="3749040"/>
            <a:ext cx="8193024" cy="685800"/>
          </a:xfrm>
          <a:prstGeom prst="roundRect">
            <a:avLst>
              <a:gd name="adj" fmla="val 13333"/>
            </a:avLst>
          </a:prstGeom>
          <a:solidFill>
            <a:srgbClr val="333333"/>
          </a:solidFill>
          <a:ln w="12700">
            <a:solidFill>
              <a:srgbClr val="333333"/>
            </a:solidFill>
            <a:prstDash val="solid"/>
          </a:ln>
        </p:spPr>
      </p:sp>
      <p:sp>
        <p:nvSpPr>
          <p:cNvPr id="21" name="Text 19"/>
          <p:cNvSpPr txBox="1"/>
          <p:nvPr/>
        </p:nvSpPr>
        <p:spPr>
          <a:xfrm>
            <a:off x="475488" y="3749040"/>
            <a:ext cx="8193024"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말하기 어려운 건 자연스러워요. 그래도 혼자 해결하면 더 커질 수 있어요</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대응 4단계</a:t>
            </a:r>
            <a:pPr algn="l" indent="0" marL="0">
              <a:buNone/>
            </a:pPr>
            <a:r>
              <a:rPr lang="en-US" sz="1400" b="1" dirty="0">
                <a:solidFill>
                  <a:srgbClr val="9A9A9A"/>
                </a:solidFill>
                <a:latin typeface="Pretendard" pitchFamily="34" charset="0"/>
                <a:ea typeface="Pretendard" pitchFamily="34" charset="-122"/>
                <a:cs typeface="Pretendard" pitchFamily="34" charset="-120"/>
              </a:rPr>
              <a:t>   Four Steps</a:t>
            </a:r>
            <a:endParaRPr lang="en-US" sz="2800" dirty="0"/>
          </a:p>
        </p:txBody>
      </p:sp>
      <p:sp>
        <p:nvSpPr>
          <p:cNvPr id="4" name="단계 카드 1"/>
          <p:cNvSpPr/>
          <p:nvPr/>
        </p:nvSpPr>
        <p:spPr>
          <a:xfrm>
            <a:off x="475488" y="1234440"/>
            <a:ext cx="1993392" cy="2286000"/>
          </a:xfrm>
          <a:prstGeom prst="roundRect">
            <a:avLst>
              <a:gd name="adj" fmla="val 5505"/>
            </a:avLst>
          </a:prstGeom>
          <a:solidFill>
            <a:srgbClr val="FFFFFF"/>
          </a:solidFill>
          <a:ln w="15875">
            <a:solidFill>
              <a:srgbClr val="C9C9C9"/>
            </a:solidFill>
            <a:prstDash val="solid"/>
          </a:ln>
        </p:spPr>
      </p:sp>
      <p:sp>
        <p:nvSpPr>
          <p:cNvPr id="5" name="Text 3"/>
          <p:cNvSpPr txBox="1"/>
          <p:nvPr/>
        </p:nvSpPr>
        <p:spPr>
          <a:xfrm>
            <a:off x="676656" y="1371600"/>
            <a:ext cx="1371600" cy="50292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01</a:t>
            </a:r>
            <a:endParaRPr lang="en-US" sz="2800" dirty="0"/>
          </a:p>
        </p:txBody>
      </p:sp>
      <p:sp>
        <p:nvSpPr>
          <p:cNvPr id="6" name="Text 4"/>
          <p:cNvSpPr txBox="1"/>
          <p:nvPr/>
        </p:nvSpPr>
        <p:spPr>
          <a:xfrm>
            <a:off x="676656" y="1965960"/>
            <a:ext cx="1645920" cy="457200"/>
          </a:xfrm>
          <a:prstGeom prst="rect">
            <a:avLst/>
          </a:prstGeom>
          <a:noFill/>
          <a:ln/>
        </p:spPr>
        <p:txBody>
          <a:bodyPr wrap="square" lIns="0" tIns="0" rIns="0" bIns="0" rtlCol="0" anchor="t"/>
          <a:lstStyle/>
          <a:p>
            <a:pPr indent="0" marL="0">
              <a:buNone/>
            </a:pPr>
            <a:r>
              <a:rPr lang="en-US" sz="1800" b="1" dirty="0">
                <a:solidFill>
                  <a:srgbClr val="333333"/>
                </a:solidFill>
                <a:latin typeface="Pretendard" pitchFamily="34" charset="0"/>
                <a:ea typeface="Pretendard" pitchFamily="34" charset="-122"/>
                <a:cs typeface="Pretendard" pitchFamily="34" charset="-120"/>
              </a:rPr>
              <a:t>멈추기</a:t>
            </a:r>
            <a:endParaRPr lang="en-US" sz="1800" dirty="0"/>
          </a:p>
        </p:txBody>
      </p:sp>
      <p:sp>
        <p:nvSpPr>
          <p:cNvPr id="7" name="Text 5"/>
          <p:cNvSpPr txBox="1"/>
          <p:nvPr/>
        </p:nvSpPr>
        <p:spPr>
          <a:xfrm>
            <a:off x="676656" y="2514600"/>
            <a:ext cx="1691640" cy="86868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더 보내거나</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결제·연락·만남을 멈춰요</a:t>
            </a:r>
            <a:endParaRPr lang="en-US" sz="1200" dirty="0"/>
          </a:p>
        </p:txBody>
      </p:sp>
      <p:sp>
        <p:nvSpPr>
          <p:cNvPr id="8" name="단계 카드 2"/>
          <p:cNvSpPr/>
          <p:nvPr/>
        </p:nvSpPr>
        <p:spPr>
          <a:xfrm>
            <a:off x="2578608" y="1234440"/>
            <a:ext cx="1993392" cy="2286000"/>
          </a:xfrm>
          <a:prstGeom prst="roundRect">
            <a:avLst>
              <a:gd name="adj" fmla="val 5505"/>
            </a:avLst>
          </a:prstGeom>
          <a:solidFill>
            <a:srgbClr val="FFFFFF"/>
          </a:solidFill>
          <a:ln w="15875">
            <a:solidFill>
              <a:srgbClr val="C9C9C9"/>
            </a:solidFill>
            <a:prstDash val="solid"/>
          </a:ln>
        </p:spPr>
      </p:sp>
      <p:sp>
        <p:nvSpPr>
          <p:cNvPr id="9" name="Text 7"/>
          <p:cNvSpPr txBox="1"/>
          <p:nvPr/>
        </p:nvSpPr>
        <p:spPr>
          <a:xfrm>
            <a:off x="2779776" y="1371600"/>
            <a:ext cx="1371600" cy="50292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02</a:t>
            </a:r>
            <a:endParaRPr lang="en-US" sz="2800" dirty="0"/>
          </a:p>
        </p:txBody>
      </p:sp>
      <p:sp>
        <p:nvSpPr>
          <p:cNvPr id="10" name="Text 8"/>
          <p:cNvSpPr txBox="1"/>
          <p:nvPr/>
        </p:nvSpPr>
        <p:spPr>
          <a:xfrm>
            <a:off x="2779776" y="1965960"/>
            <a:ext cx="1645920" cy="457200"/>
          </a:xfrm>
          <a:prstGeom prst="rect">
            <a:avLst/>
          </a:prstGeom>
          <a:noFill/>
          <a:ln/>
        </p:spPr>
        <p:txBody>
          <a:bodyPr wrap="square" lIns="0" tIns="0" rIns="0" bIns="0" rtlCol="0" anchor="t"/>
          <a:lstStyle/>
          <a:p>
            <a:pPr indent="0" marL="0">
              <a:buNone/>
            </a:pPr>
            <a:r>
              <a:rPr lang="en-US" sz="1800" b="1" dirty="0">
                <a:solidFill>
                  <a:srgbClr val="333333"/>
                </a:solidFill>
                <a:latin typeface="Pretendard" pitchFamily="34" charset="0"/>
                <a:ea typeface="Pretendard" pitchFamily="34" charset="-122"/>
                <a:cs typeface="Pretendard" pitchFamily="34" charset="-120"/>
              </a:rPr>
              <a:t>남기기</a:t>
            </a:r>
            <a:endParaRPr lang="en-US" sz="1800" dirty="0"/>
          </a:p>
        </p:txBody>
      </p:sp>
      <p:sp>
        <p:nvSpPr>
          <p:cNvPr id="11" name="Text 9"/>
          <p:cNvSpPr txBox="1"/>
          <p:nvPr/>
        </p:nvSpPr>
        <p:spPr>
          <a:xfrm>
            <a:off x="2779776" y="2514600"/>
            <a:ext cx="1691640" cy="86868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화면과 대화를</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지우지 않고 보관해요</a:t>
            </a:r>
            <a:endParaRPr lang="en-US" sz="1200" dirty="0"/>
          </a:p>
        </p:txBody>
      </p:sp>
      <p:sp>
        <p:nvSpPr>
          <p:cNvPr id="12" name="단계 카드 3"/>
          <p:cNvSpPr/>
          <p:nvPr/>
        </p:nvSpPr>
        <p:spPr>
          <a:xfrm>
            <a:off x="4681728" y="1234440"/>
            <a:ext cx="1993392" cy="2286000"/>
          </a:xfrm>
          <a:prstGeom prst="roundRect">
            <a:avLst>
              <a:gd name="adj" fmla="val 5505"/>
            </a:avLst>
          </a:prstGeom>
          <a:solidFill>
            <a:srgbClr val="FDEBE1"/>
          </a:solidFill>
          <a:ln w="25400">
            <a:solidFill>
              <a:srgbClr val="FF6B35"/>
            </a:solidFill>
            <a:prstDash val="solid"/>
          </a:ln>
        </p:spPr>
      </p:sp>
      <p:sp>
        <p:nvSpPr>
          <p:cNvPr id="13" name="Text 11"/>
          <p:cNvSpPr txBox="1"/>
          <p:nvPr/>
        </p:nvSpPr>
        <p:spPr>
          <a:xfrm>
            <a:off x="4882896" y="1371600"/>
            <a:ext cx="1371600" cy="50292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03</a:t>
            </a:r>
            <a:endParaRPr lang="en-US" sz="2800" dirty="0"/>
          </a:p>
        </p:txBody>
      </p:sp>
      <p:sp>
        <p:nvSpPr>
          <p:cNvPr id="14" name="Text 12"/>
          <p:cNvSpPr txBox="1"/>
          <p:nvPr/>
        </p:nvSpPr>
        <p:spPr>
          <a:xfrm>
            <a:off x="4882896" y="1965960"/>
            <a:ext cx="1645920" cy="457200"/>
          </a:xfrm>
          <a:prstGeom prst="rect">
            <a:avLst/>
          </a:prstGeom>
          <a:noFill/>
          <a:ln/>
        </p:spPr>
        <p:txBody>
          <a:bodyPr wrap="square" lIns="0" tIns="0" rIns="0" bIns="0" rtlCol="0" anchor="t"/>
          <a:lstStyle/>
          <a:p>
            <a:pPr indent="0" marL="0">
              <a:buNone/>
            </a:pPr>
            <a:r>
              <a:rPr lang="en-US" sz="1800" b="1" dirty="0">
                <a:solidFill>
                  <a:srgbClr val="333333"/>
                </a:solidFill>
                <a:latin typeface="Pretendard" pitchFamily="34" charset="0"/>
                <a:ea typeface="Pretendard" pitchFamily="34" charset="-122"/>
                <a:cs typeface="Pretendard" pitchFamily="34" charset="-120"/>
              </a:rPr>
              <a:t>알리기</a:t>
            </a:r>
            <a:endParaRPr lang="en-US" sz="1800" dirty="0"/>
          </a:p>
        </p:txBody>
      </p:sp>
      <p:sp>
        <p:nvSpPr>
          <p:cNvPr id="15" name="Text 13"/>
          <p:cNvSpPr txBox="1"/>
          <p:nvPr/>
        </p:nvSpPr>
        <p:spPr>
          <a:xfrm>
            <a:off x="4882896" y="2514600"/>
            <a:ext cx="1691640" cy="86868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믿을 만한 어른에게</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말해요</a:t>
            </a:r>
            <a:endParaRPr lang="en-US" sz="1200" dirty="0"/>
          </a:p>
        </p:txBody>
      </p:sp>
      <p:sp>
        <p:nvSpPr>
          <p:cNvPr id="16" name="단계 카드 4"/>
          <p:cNvSpPr/>
          <p:nvPr/>
        </p:nvSpPr>
        <p:spPr>
          <a:xfrm>
            <a:off x="6784848" y="1234440"/>
            <a:ext cx="1993392" cy="2286000"/>
          </a:xfrm>
          <a:prstGeom prst="roundRect">
            <a:avLst>
              <a:gd name="adj" fmla="val 5505"/>
            </a:avLst>
          </a:prstGeom>
          <a:solidFill>
            <a:srgbClr val="FFFFFF"/>
          </a:solidFill>
          <a:ln w="15875">
            <a:solidFill>
              <a:srgbClr val="C9C9C9"/>
            </a:solidFill>
            <a:prstDash val="solid"/>
          </a:ln>
        </p:spPr>
      </p:sp>
      <p:sp>
        <p:nvSpPr>
          <p:cNvPr id="17" name="Text 15"/>
          <p:cNvSpPr txBox="1"/>
          <p:nvPr/>
        </p:nvSpPr>
        <p:spPr>
          <a:xfrm>
            <a:off x="6986016" y="1371600"/>
            <a:ext cx="1371600" cy="502920"/>
          </a:xfrm>
          <a:prstGeom prst="rect">
            <a:avLst/>
          </a:prstGeom>
          <a:noFill/>
          <a:ln/>
        </p:spPr>
        <p:txBody>
          <a:bodyPr wrap="square" lIns="0" tIns="0" rIns="0" bIns="0" rtlCol="0" anchor="ctr"/>
          <a:lstStyle/>
          <a:p>
            <a:pPr indent="0" marL="0">
              <a:buNone/>
            </a:pPr>
            <a:r>
              <a:rPr lang="en-US" sz="2800" b="1" dirty="0">
                <a:solidFill>
                  <a:srgbClr val="FF6B35"/>
                </a:solidFill>
                <a:latin typeface="Pretendard" pitchFamily="34" charset="0"/>
                <a:ea typeface="Pretendard" pitchFamily="34" charset="-122"/>
                <a:cs typeface="Pretendard" pitchFamily="34" charset="-120"/>
              </a:rPr>
              <a:t>04</a:t>
            </a:r>
            <a:endParaRPr lang="en-US" sz="2800" dirty="0"/>
          </a:p>
        </p:txBody>
      </p:sp>
      <p:sp>
        <p:nvSpPr>
          <p:cNvPr id="18" name="Text 16"/>
          <p:cNvSpPr txBox="1"/>
          <p:nvPr/>
        </p:nvSpPr>
        <p:spPr>
          <a:xfrm>
            <a:off x="6986016" y="1965960"/>
            <a:ext cx="1645920" cy="457200"/>
          </a:xfrm>
          <a:prstGeom prst="rect">
            <a:avLst/>
          </a:prstGeom>
          <a:noFill/>
          <a:ln/>
        </p:spPr>
        <p:txBody>
          <a:bodyPr wrap="square" lIns="0" tIns="0" rIns="0" bIns="0" rtlCol="0" anchor="t"/>
          <a:lstStyle/>
          <a:p>
            <a:pPr indent="0" marL="0">
              <a:buNone/>
            </a:pPr>
            <a:r>
              <a:rPr lang="en-US" sz="1800" b="1" dirty="0">
                <a:solidFill>
                  <a:srgbClr val="333333"/>
                </a:solidFill>
                <a:latin typeface="Pretendard" pitchFamily="34" charset="0"/>
                <a:ea typeface="Pretendard" pitchFamily="34" charset="-122"/>
                <a:cs typeface="Pretendard" pitchFamily="34" charset="-120"/>
              </a:rPr>
              <a:t>도움받기</a:t>
            </a:r>
            <a:endParaRPr lang="en-US" sz="1800" dirty="0"/>
          </a:p>
        </p:txBody>
      </p:sp>
      <p:sp>
        <p:nvSpPr>
          <p:cNvPr id="19" name="Text 17"/>
          <p:cNvSpPr txBox="1"/>
          <p:nvPr/>
        </p:nvSpPr>
        <p:spPr>
          <a:xfrm>
            <a:off x="6986016" y="2514600"/>
            <a:ext cx="1691640" cy="868680"/>
          </a:xfrm>
          <a:prstGeom prst="rect">
            <a:avLst/>
          </a:prstGeom>
          <a:noFill/>
          <a:ln/>
        </p:spPr>
        <p:txBody>
          <a:bodyPr wrap="square" lIns="0" tIns="0" rIns="0" bIns="0" rtlCol="0" anchor="t"/>
          <a:lstStyle/>
          <a:p>
            <a:pPr indent="0" marL="0">
              <a:buNone/>
            </a:pPr>
            <a:r>
              <a:rPr lang="en-US" sz="1200" dirty="0">
                <a:solidFill>
                  <a:srgbClr val="777777"/>
                </a:solidFill>
                <a:latin typeface="Pretendard" pitchFamily="34" charset="0"/>
                <a:ea typeface="Pretendard" pitchFamily="34" charset="-122"/>
                <a:cs typeface="Pretendard" pitchFamily="34" charset="-120"/>
              </a:rPr>
              <a:t>상황에 맞는 창구에</a:t>
            </a:r>
            <a:endParaRPr lang="en-US" sz="1200" dirty="0"/>
          </a:p>
          <a:p>
            <a:pPr indent="0" marL="0">
              <a:buNone/>
            </a:pPr>
            <a:r>
              <a:rPr lang="en-US" sz="1200" dirty="0">
                <a:solidFill>
                  <a:srgbClr val="777777"/>
                </a:solidFill>
                <a:latin typeface="Pretendard" pitchFamily="34" charset="0"/>
                <a:ea typeface="Pretendard" pitchFamily="34" charset="-122"/>
                <a:cs typeface="Pretendard" pitchFamily="34" charset="-120"/>
              </a:rPr>
              <a:t>연결해요</a:t>
            </a:r>
            <a:endParaRPr lang="en-US" sz="1200" dirty="0"/>
          </a:p>
        </p:txBody>
      </p:sp>
      <p:sp>
        <p:nvSpPr>
          <p:cNvPr id="20" name="결론 배너"/>
          <p:cNvSpPr/>
          <p:nvPr/>
        </p:nvSpPr>
        <p:spPr>
          <a:xfrm>
            <a:off x="475488" y="3749040"/>
            <a:ext cx="8193024" cy="685800"/>
          </a:xfrm>
          <a:prstGeom prst="roundRect">
            <a:avLst>
              <a:gd name="adj" fmla="val 13333"/>
            </a:avLst>
          </a:prstGeom>
          <a:solidFill>
            <a:srgbClr val="333333"/>
          </a:solidFill>
          <a:ln w="12700">
            <a:solidFill>
              <a:srgbClr val="333333"/>
            </a:solidFill>
            <a:prstDash val="solid"/>
          </a:ln>
        </p:spPr>
      </p:sp>
      <p:sp>
        <p:nvSpPr>
          <p:cNvPr id="21" name="Text 19"/>
          <p:cNvSpPr txBox="1"/>
          <p:nvPr/>
        </p:nvSpPr>
        <p:spPr>
          <a:xfrm>
            <a:off x="475488" y="3749040"/>
            <a:ext cx="8193024" cy="685800"/>
          </a:xfrm>
          <a:prstGeom prst="rect">
            <a:avLst/>
          </a:prstGeom>
          <a:noFill/>
          <a:ln/>
        </p:spPr>
        <p:txBody>
          <a:bodyPr wrap="square" lIns="0" tIns="0" rIns="0" bIns="0" rtlCol="0" anchor="ctr"/>
          <a:lstStyle/>
          <a:p>
            <a:pPr algn="ctr" indent="0" marL="0">
              <a:buNone/>
            </a:pPr>
            <a:r>
              <a:rPr lang="en-US" sz="1700" b="1" dirty="0">
                <a:solidFill>
                  <a:srgbClr val="FFFFFF"/>
                </a:solidFill>
                <a:latin typeface="Pretendard" pitchFamily="34" charset="0"/>
                <a:ea typeface="Pretendard" pitchFamily="34" charset="-122"/>
                <a:cs typeface="Pretendard" pitchFamily="34" charset="-120"/>
              </a:rPr>
              <a:t>순서가 중요해요. 그리고 안전이 걸린 일은 비밀로 하지 않아요</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사례 대응 카드</a:t>
            </a:r>
            <a:pPr algn="l" indent="0" marL="0">
              <a:buNone/>
            </a:pPr>
            <a:r>
              <a:rPr lang="en-US" sz="1400" b="1" dirty="0">
                <a:solidFill>
                  <a:srgbClr val="9A9A9A"/>
                </a:solidFill>
                <a:latin typeface="Pretendard" pitchFamily="34" charset="0"/>
                <a:ea typeface="Pretendard" pitchFamily="34" charset="-122"/>
                <a:cs typeface="Pretendard" pitchFamily="34" charset="-120"/>
              </a:rPr>
              <a:t>   Group Mission</a:t>
            </a:r>
            <a:endParaRPr lang="en-US" sz="2800" dirty="0"/>
          </a:p>
        </p:txBody>
      </p:sp>
      <p:sp>
        <p:nvSpPr>
          <p:cNvPr id="4" name="사례 카드 1"/>
          <p:cNvSpPr/>
          <p:nvPr/>
        </p:nvSpPr>
        <p:spPr>
          <a:xfrm>
            <a:off x="475488" y="1234440"/>
            <a:ext cx="2194560" cy="1463040"/>
          </a:xfrm>
          <a:prstGeom prst="roundRect">
            <a:avLst>
              <a:gd name="adj" fmla="val 7500"/>
            </a:avLst>
          </a:prstGeom>
          <a:solidFill>
            <a:srgbClr val="F3F3F3"/>
          </a:solidFill>
          <a:ln w="12700">
            <a:solidFill>
              <a:srgbClr val="F3F3F3"/>
            </a:solidFill>
            <a:prstDash val="solid"/>
          </a:ln>
        </p:spPr>
      </p:sp>
      <p:sp>
        <p:nvSpPr>
          <p:cNvPr id="5" name="Text 3"/>
          <p:cNvSpPr txBox="1"/>
          <p:nvPr/>
        </p:nvSpPr>
        <p:spPr>
          <a:xfrm>
            <a:off x="704088" y="1417320"/>
            <a:ext cx="1645920" cy="274320"/>
          </a:xfrm>
          <a:prstGeom prst="rect">
            <a:avLst/>
          </a:prstGeom>
          <a:noFill/>
          <a:ln/>
        </p:spPr>
        <p:txBody>
          <a:bodyPr wrap="square" lIns="0" tIns="0" rIns="0" bIns="0" rtlCol="0" anchor="ctr"/>
          <a:lstStyle/>
          <a:p>
            <a:pPr indent="0" marL="0">
              <a:buNone/>
            </a:pPr>
            <a:r>
              <a:rPr lang="en-US" sz="1300" b="1" dirty="0">
                <a:solidFill>
                  <a:srgbClr val="FF6B35"/>
                </a:solidFill>
                <a:latin typeface="Pretendard" pitchFamily="34" charset="0"/>
                <a:ea typeface="Pretendard" pitchFamily="34" charset="-122"/>
                <a:cs typeface="Pretendard" pitchFamily="34" charset="-120"/>
              </a:rPr>
              <a:t>사례 ㉮</a:t>
            </a:r>
            <a:endParaRPr lang="en-US" sz="1300" dirty="0"/>
          </a:p>
        </p:txBody>
      </p:sp>
      <p:sp>
        <p:nvSpPr>
          <p:cNvPr id="6" name="Text 4"/>
          <p:cNvSpPr txBox="1"/>
          <p:nvPr/>
        </p:nvSpPr>
        <p:spPr>
          <a:xfrm>
            <a:off x="704088" y="1783080"/>
            <a:ext cx="1783080" cy="731520"/>
          </a:xfrm>
          <a:prstGeom prst="rect">
            <a:avLst/>
          </a:prstGeom>
          <a:noFill/>
          <a:ln/>
        </p:spPr>
        <p:txBody>
          <a:bodyPr wrap="square" lIns="0" tIns="0" rIns="0" bIns="0" rtlCol="0" anchor="t"/>
          <a:lstStyle/>
          <a:p>
            <a:pPr indent="0" marL="0">
              <a:buNone/>
            </a:pPr>
            <a:r>
              <a:rPr lang="en-US" sz="1800" b="1" dirty="0">
                <a:solidFill>
                  <a:srgbClr val="333333"/>
                </a:solidFill>
                <a:latin typeface="Pretendard" pitchFamily="34" charset="0"/>
                <a:ea typeface="Pretendard" pitchFamily="34" charset="-122"/>
                <a:cs typeface="Pretendard" pitchFamily="34" charset="-120"/>
              </a:rPr>
              <a:t>돈</a:t>
            </a:r>
            <a:endParaRPr lang="en-US" sz="1800" dirty="0"/>
          </a:p>
        </p:txBody>
      </p:sp>
      <p:sp>
        <p:nvSpPr>
          <p:cNvPr id="7" name="사례 카드 2"/>
          <p:cNvSpPr/>
          <p:nvPr/>
        </p:nvSpPr>
        <p:spPr>
          <a:xfrm>
            <a:off x="2807208" y="1234440"/>
            <a:ext cx="2194560" cy="1463040"/>
          </a:xfrm>
          <a:prstGeom prst="roundRect">
            <a:avLst>
              <a:gd name="adj" fmla="val 7500"/>
            </a:avLst>
          </a:prstGeom>
          <a:solidFill>
            <a:srgbClr val="F3F3F3"/>
          </a:solidFill>
          <a:ln w="12700">
            <a:solidFill>
              <a:srgbClr val="F3F3F3"/>
            </a:solidFill>
            <a:prstDash val="solid"/>
          </a:ln>
        </p:spPr>
      </p:sp>
      <p:sp>
        <p:nvSpPr>
          <p:cNvPr id="8" name="Text 6"/>
          <p:cNvSpPr txBox="1"/>
          <p:nvPr/>
        </p:nvSpPr>
        <p:spPr>
          <a:xfrm>
            <a:off x="3035808" y="1417320"/>
            <a:ext cx="1645920" cy="274320"/>
          </a:xfrm>
          <a:prstGeom prst="rect">
            <a:avLst/>
          </a:prstGeom>
          <a:noFill/>
          <a:ln/>
        </p:spPr>
        <p:txBody>
          <a:bodyPr wrap="square" lIns="0" tIns="0" rIns="0" bIns="0" rtlCol="0" anchor="ctr"/>
          <a:lstStyle/>
          <a:p>
            <a:pPr indent="0" marL="0">
              <a:buNone/>
            </a:pPr>
            <a:r>
              <a:rPr lang="en-US" sz="1300" b="1" dirty="0">
                <a:solidFill>
                  <a:srgbClr val="FF6B35"/>
                </a:solidFill>
                <a:latin typeface="Pretendard" pitchFamily="34" charset="0"/>
                <a:ea typeface="Pretendard" pitchFamily="34" charset="-122"/>
                <a:cs typeface="Pretendard" pitchFamily="34" charset="-120"/>
              </a:rPr>
              <a:t>사례 ㉯</a:t>
            </a:r>
            <a:endParaRPr lang="en-US" sz="1300" dirty="0"/>
          </a:p>
        </p:txBody>
      </p:sp>
      <p:sp>
        <p:nvSpPr>
          <p:cNvPr id="9" name="Text 7"/>
          <p:cNvSpPr txBox="1"/>
          <p:nvPr/>
        </p:nvSpPr>
        <p:spPr>
          <a:xfrm>
            <a:off x="3035808" y="1783080"/>
            <a:ext cx="1783080" cy="731520"/>
          </a:xfrm>
          <a:prstGeom prst="rect">
            <a:avLst/>
          </a:prstGeom>
          <a:noFill/>
          <a:ln/>
        </p:spPr>
        <p:txBody>
          <a:bodyPr wrap="square" lIns="0" tIns="0" rIns="0" bIns="0" rtlCol="0" anchor="t"/>
          <a:lstStyle/>
          <a:p>
            <a:pPr indent="0" marL="0">
              <a:buNone/>
            </a:pPr>
            <a:r>
              <a:rPr lang="en-US" sz="1800" b="1" dirty="0">
                <a:solidFill>
                  <a:srgbClr val="333333"/>
                </a:solidFill>
                <a:latin typeface="Pretendard" pitchFamily="34" charset="0"/>
                <a:ea typeface="Pretendard" pitchFamily="34" charset="-122"/>
                <a:cs typeface="Pretendard" pitchFamily="34" charset="-120"/>
              </a:rPr>
              <a:t>개인정보</a:t>
            </a:r>
            <a:endParaRPr lang="en-US" sz="1800" dirty="0"/>
          </a:p>
        </p:txBody>
      </p:sp>
      <p:sp>
        <p:nvSpPr>
          <p:cNvPr id="10" name="사례 카드 3"/>
          <p:cNvSpPr/>
          <p:nvPr/>
        </p:nvSpPr>
        <p:spPr>
          <a:xfrm>
            <a:off x="475488" y="2834640"/>
            <a:ext cx="2194560" cy="1463040"/>
          </a:xfrm>
          <a:prstGeom prst="roundRect">
            <a:avLst>
              <a:gd name="adj" fmla="val 7500"/>
            </a:avLst>
          </a:prstGeom>
          <a:solidFill>
            <a:srgbClr val="F3F3F3"/>
          </a:solidFill>
          <a:ln w="12700">
            <a:solidFill>
              <a:srgbClr val="F3F3F3"/>
            </a:solidFill>
            <a:prstDash val="solid"/>
          </a:ln>
        </p:spPr>
      </p:sp>
      <p:sp>
        <p:nvSpPr>
          <p:cNvPr id="11" name="Text 9"/>
          <p:cNvSpPr txBox="1"/>
          <p:nvPr/>
        </p:nvSpPr>
        <p:spPr>
          <a:xfrm>
            <a:off x="704088" y="3017520"/>
            <a:ext cx="1645920" cy="274320"/>
          </a:xfrm>
          <a:prstGeom prst="rect">
            <a:avLst/>
          </a:prstGeom>
          <a:noFill/>
          <a:ln/>
        </p:spPr>
        <p:txBody>
          <a:bodyPr wrap="square" lIns="0" tIns="0" rIns="0" bIns="0" rtlCol="0" anchor="ctr"/>
          <a:lstStyle/>
          <a:p>
            <a:pPr indent="0" marL="0">
              <a:buNone/>
            </a:pPr>
            <a:r>
              <a:rPr lang="en-US" sz="1300" b="1" dirty="0">
                <a:solidFill>
                  <a:srgbClr val="FF6B35"/>
                </a:solidFill>
                <a:latin typeface="Pretendard" pitchFamily="34" charset="0"/>
                <a:ea typeface="Pretendard" pitchFamily="34" charset="-122"/>
                <a:cs typeface="Pretendard" pitchFamily="34" charset="-120"/>
              </a:rPr>
              <a:t>사례 ㉰</a:t>
            </a:r>
            <a:endParaRPr lang="en-US" sz="1300" dirty="0"/>
          </a:p>
        </p:txBody>
      </p:sp>
      <p:sp>
        <p:nvSpPr>
          <p:cNvPr id="12" name="Text 10"/>
          <p:cNvSpPr txBox="1"/>
          <p:nvPr/>
        </p:nvSpPr>
        <p:spPr>
          <a:xfrm>
            <a:off x="704088" y="3383280"/>
            <a:ext cx="1783080" cy="731520"/>
          </a:xfrm>
          <a:prstGeom prst="rect">
            <a:avLst/>
          </a:prstGeom>
          <a:noFill/>
          <a:ln/>
        </p:spPr>
        <p:txBody>
          <a:bodyPr wrap="square" lIns="0" tIns="0" rIns="0" bIns="0" rtlCol="0" anchor="t"/>
          <a:lstStyle/>
          <a:p>
            <a:pPr indent="0" marL="0">
              <a:buNone/>
            </a:pPr>
            <a:r>
              <a:rPr lang="en-US" sz="1800" b="1" dirty="0">
                <a:solidFill>
                  <a:srgbClr val="333333"/>
                </a:solidFill>
                <a:latin typeface="Pretendard" pitchFamily="34" charset="0"/>
                <a:ea typeface="Pretendard" pitchFamily="34" charset="-122"/>
                <a:cs typeface="Pretendard" pitchFamily="34" charset="-120"/>
              </a:rPr>
              <a:t>몸과 건강</a:t>
            </a:r>
            <a:endParaRPr lang="en-US" sz="1800" dirty="0"/>
          </a:p>
        </p:txBody>
      </p:sp>
      <p:sp>
        <p:nvSpPr>
          <p:cNvPr id="13" name="사례 카드 4"/>
          <p:cNvSpPr/>
          <p:nvPr/>
        </p:nvSpPr>
        <p:spPr>
          <a:xfrm>
            <a:off x="2807208" y="2834640"/>
            <a:ext cx="2194560" cy="1463040"/>
          </a:xfrm>
          <a:prstGeom prst="roundRect">
            <a:avLst>
              <a:gd name="adj" fmla="val 7500"/>
            </a:avLst>
          </a:prstGeom>
          <a:solidFill>
            <a:srgbClr val="F3F3F3"/>
          </a:solidFill>
          <a:ln w="12700">
            <a:solidFill>
              <a:srgbClr val="F3F3F3"/>
            </a:solidFill>
            <a:prstDash val="solid"/>
          </a:ln>
        </p:spPr>
      </p:sp>
      <p:sp>
        <p:nvSpPr>
          <p:cNvPr id="14" name="Text 12"/>
          <p:cNvSpPr txBox="1"/>
          <p:nvPr/>
        </p:nvSpPr>
        <p:spPr>
          <a:xfrm>
            <a:off x="3035808" y="3017520"/>
            <a:ext cx="1645920" cy="274320"/>
          </a:xfrm>
          <a:prstGeom prst="rect">
            <a:avLst/>
          </a:prstGeom>
          <a:noFill/>
          <a:ln/>
        </p:spPr>
        <p:txBody>
          <a:bodyPr wrap="square" lIns="0" tIns="0" rIns="0" bIns="0" rtlCol="0" anchor="ctr"/>
          <a:lstStyle/>
          <a:p>
            <a:pPr indent="0" marL="0">
              <a:buNone/>
            </a:pPr>
            <a:r>
              <a:rPr lang="en-US" sz="1300" b="1" dirty="0">
                <a:solidFill>
                  <a:srgbClr val="FF6B35"/>
                </a:solidFill>
                <a:latin typeface="Pretendard" pitchFamily="34" charset="0"/>
                <a:ea typeface="Pretendard" pitchFamily="34" charset="-122"/>
                <a:cs typeface="Pretendard" pitchFamily="34" charset="-120"/>
              </a:rPr>
              <a:t>사례 ㉱</a:t>
            </a:r>
            <a:endParaRPr lang="en-US" sz="1300" dirty="0"/>
          </a:p>
        </p:txBody>
      </p:sp>
      <p:sp>
        <p:nvSpPr>
          <p:cNvPr id="15" name="Text 13"/>
          <p:cNvSpPr txBox="1"/>
          <p:nvPr/>
        </p:nvSpPr>
        <p:spPr>
          <a:xfrm>
            <a:off x="3035808" y="3383280"/>
            <a:ext cx="1783080" cy="731520"/>
          </a:xfrm>
          <a:prstGeom prst="rect">
            <a:avLst/>
          </a:prstGeom>
          <a:noFill/>
          <a:ln/>
        </p:spPr>
        <p:txBody>
          <a:bodyPr wrap="square" lIns="0" tIns="0" rIns="0" bIns="0" rtlCol="0" anchor="t"/>
          <a:lstStyle/>
          <a:p>
            <a:pPr indent="0" marL="0">
              <a:buNone/>
            </a:pPr>
            <a:r>
              <a:rPr lang="en-US" sz="1800" b="1" dirty="0">
                <a:solidFill>
                  <a:srgbClr val="333333"/>
                </a:solidFill>
                <a:latin typeface="Pretendard" pitchFamily="34" charset="0"/>
                <a:ea typeface="Pretendard" pitchFamily="34" charset="-122"/>
                <a:cs typeface="Pretendard" pitchFamily="34" charset="-120"/>
              </a:rPr>
              <a:t>관계</a:t>
            </a:r>
            <a:endParaRPr lang="en-US" sz="1800" dirty="0"/>
          </a:p>
        </p:txBody>
      </p:sp>
      <p:sp>
        <p:nvSpPr>
          <p:cNvPr id="16" name="미션 방법 카드"/>
          <p:cNvSpPr/>
          <p:nvPr/>
        </p:nvSpPr>
        <p:spPr>
          <a:xfrm>
            <a:off x="5212080" y="1234440"/>
            <a:ext cx="3456432" cy="3063240"/>
          </a:xfrm>
          <a:prstGeom prst="roundRect">
            <a:avLst>
              <a:gd name="adj" fmla="val 3582"/>
            </a:avLst>
          </a:prstGeom>
          <a:solidFill>
            <a:srgbClr val="FDEBE1"/>
          </a:solidFill>
          <a:ln w="22225">
            <a:solidFill>
              <a:srgbClr val="FF6B35"/>
            </a:solidFill>
            <a:prstDash val="dash"/>
          </a:ln>
        </p:spPr>
      </p:sp>
      <p:sp>
        <p:nvSpPr>
          <p:cNvPr id="17" name="미션 라벨"/>
          <p:cNvSpPr/>
          <p:nvPr/>
        </p:nvSpPr>
        <p:spPr>
          <a:xfrm>
            <a:off x="5468112" y="1417320"/>
            <a:ext cx="1097280" cy="329184"/>
          </a:xfrm>
          <a:prstGeom prst="roundRect">
            <a:avLst>
              <a:gd name="adj" fmla="val 22222"/>
            </a:avLst>
          </a:prstGeom>
          <a:solidFill>
            <a:srgbClr val="FFFFFF"/>
          </a:solidFill>
          <a:ln w="12700">
            <a:solidFill>
              <a:srgbClr val="FFFFFF"/>
            </a:solidFill>
            <a:prstDash val="solid"/>
          </a:ln>
        </p:spPr>
      </p:sp>
      <p:sp>
        <p:nvSpPr>
          <p:cNvPr id="18" name="Text 16"/>
          <p:cNvSpPr txBox="1"/>
          <p:nvPr/>
        </p:nvSpPr>
        <p:spPr>
          <a:xfrm>
            <a:off x="5468112" y="1417320"/>
            <a:ext cx="1097280" cy="329184"/>
          </a:xfrm>
          <a:prstGeom prst="rect">
            <a:avLst/>
          </a:prstGeom>
          <a:noFill/>
          <a:ln/>
        </p:spPr>
        <p:txBody>
          <a:bodyPr wrap="square" lIns="0" tIns="0" rIns="0" bIns="0" rtlCol="0" anchor="ctr"/>
          <a:lstStyle/>
          <a:p>
            <a:pPr algn="ctr" indent="0" marL="0">
              <a:buNone/>
            </a:pPr>
            <a:r>
              <a:rPr lang="en-US" sz="1200" b="1" dirty="0">
                <a:solidFill>
                  <a:srgbClr val="FF6B35"/>
                </a:solidFill>
                <a:latin typeface="Pretendard" pitchFamily="34" charset="0"/>
                <a:ea typeface="Pretendard" pitchFamily="34" charset="-122"/>
                <a:cs typeface="Pretendard" pitchFamily="34" charset="-120"/>
              </a:rPr>
              <a:t>MISSION</a:t>
            </a:r>
            <a:endParaRPr lang="en-US" sz="1200" dirty="0"/>
          </a:p>
        </p:txBody>
      </p:sp>
      <p:sp>
        <p:nvSpPr>
          <p:cNvPr id="19" name="Text 17"/>
          <p:cNvSpPr txBox="1"/>
          <p:nvPr/>
        </p:nvSpPr>
        <p:spPr>
          <a:xfrm>
            <a:off x="5468112" y="1920240"/>
            <a:ext cx="301752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33333"/>
                </a:solidFill>
                <a:latin typeface="Pretendard" pitchFamily="34" charset="0"/>
                <a:ea typeface="Pretendard" pitchFamily="34" charset="-122"/>
                <a:cs typeface="Pretendard" pitchFamily="34" charset="-120"/>
              </a:rPr>
              <a:t>어떤 피해·위험인지 골라요</a:t>
            </a:r>
            <a:endParaRPr lang="en-US" sz="1300" dirty="0"/>
          </a:p>
          <a:p>
            <a:pPr marL="342900" indent="-342900">
              <a:spcAft>
                <a:spcPts val="600"/>
              </a:spcAft>
              <a:buSzPct val="100000"/>
              <a:buChar char="•"/>
            </a:pPr>
            <a:r>
              <a:rPr lang="en-US" sz="1300" dirty="0">
                <a:solidFill>
                  <a:srgbClr val="333333"/>
                </a:solidFill>
                <a:latin typeface="Pretendard" pitchFamily="34" charset="0"/>
                <a:ea typeface="Pretendard" pitchFamily="34" charset="-122"/>
                <a:cs typeface="Pretendard" pitchFamily="34" charset="-120"/>
              </a:rPr>
              <a:t>지금 바로 할 일을 4단계에서 골라요</a:t>
            </a:r>
            <a:endParaRPr lang="en-US" sz="1300" dirty="0"/>
          </a:p>
          <a:p>
            <a:pPr marL="342900" indent="-342900">
              <a:spcAft>
                <a:spcPts val="600"/>
              </a:spcAft>
              <a:buSzPct val="100000"/>
              <a:buChar char="•"/>
            </a:pPr>
            <a:r>
              <a:rPr lang="en-US" sz="1300" dirty="0">
                <a:solidFill>
                  <a:srgbClr val="333333"/>
                </a:solidFill>
                <a:latin typeface="Pretendard" pitchFamily="34" charset="0"/>
                <a:ea typeface="Pretendard" pitchFamily="34" charset="-122"/>
                <a:cs typeface="Pretendard" pitchFamily="34" charset="-120"/>
              </a:rPr>
              <a:t>누구에게 어떤 순서로 말할지 정해요</a:t>
            </a:r>
            <a:endParaRPr lang="en-US" sz="1300" dirty="0"/>
          </a:p>
          <a:p>
            <a:pPr marL="342900" indent="-342900">
              <a:spcAft>
                <a:spcPts val="600"/>
              </a:spcAft>
              <a:buSzPct val="100000"/>
              <a:buChar char="•"/>
            </a:pPr>
            <a:r>
              <a:rPr lang="en-US" sz="1300" dirty="0">
                <a:solidFill>
                  <a:srgbClr val="333333"/>
                </a:solidFill>
                <a:latin typeface="Pretendard" pitchFamily="34" charset="0"/>
                <a:ea typeface="Pretendard" pitchFamily="34" charset="-122"/>
                <a:cs typeface="Pretendard" pitchFamily="34" charset="-120"/>
              </a:rPr>
              <a:t>하지 말아야 할 행동을 써요</a:t>
            </a:r>
            <a:endParaRPr lang="en-US" sz="1300" dirty="0"/>
          </a:p>
        </p:txBody>
      </p:sp>
      <p:sp>
        <p:nvSpPr>
          <p:cNvPr id="20" name="Text 18"/>
          <p:cNvSpPr txBox="1"/>
          <p:nvPr/>
        </p:nvSpPr>
        <p:spPr>
          <a:xfrm>
            <a:off x="5468112" y="3749040"/>
            <a:ext cx="3017520" cy="365760"/>
          </a:xfrm>
          <a:prstGeom prst="rect">
            <a:avLst/>
          </a:prstGeom>
          <a:noFill/>
          <a:ln/>
        </p:spPr>
        <p:txBody>
          <a:bodyPr wrap="square" lIns="0" tIns="0" rIns="0" bIns="0" rtlCol="0" anchor="ctr"/>
          <a:lstStyle/>
          <a:p>
            <a:pPr indent="0" marL="0">
              <a:buNone/>
            </a:pPr>
            <a:r>
              <a:rPr lang="en-US" sz="1300" b="1" dirty="0">
                <a:solidFill>
                  <a:srgbClr val="FF6B35"/>
                </a:solidFill>
                <a:latin typeface="Pretendard" pitchFamily="34" charset="0"/>
                <a:ea typeface="Pretendard" pitchFamily="34" charset="-122"/>
                <a:cs typeface="Pretendard" pitchFamily="34" charset="-120"/>
              </a:rPr>
              <a:t>9분 · 모둠 활동지(활동 2)</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도움 창구 안내</a:t>
            </a:r>
            <a:pPr algn="l" indent="0" marL="0">
              <a:buNone/>
            </a:pPr>
            <a:r>
              <a:rPr lang="en-US" sz="1400" b="1" dirty="0">
                <a:solidFill>
                  <a:srgbClr val="9A9A9A"/>
                </a:solidFill>
                <a:latin typeface="Pretendard" pitchFamily="34" charset="0"/>
                <a:ea typeface="Pretendard" pitchFamily="34" charset="-122"/>
                <a:cs typeface="Pretendard" pitchFamily="34" charset="-120"/>
              </a:rPr>
              <a:t>   Where to Ask</a:t>
            </a:r>
            <a:endParaRPr lang="en-US" sz="2800" dirty="0"/>
          </a:p>
        </p:txBody>
      </p:sp>
      <p:sp>
        <p:nvSpPr>
          <p:cNvPr id="4" name="창구 행 1"/>
          <p:cNvSpPr/>
          <p:nvPr/>
        </p:nvSpPr>
        <p:spPr>
          <a:xfrm>
            <a:off x="475488" y="1143000"/>
            <a:ext cx="8193024" cy="393192"/>
          </a:xfrm>
          <a:prstGeom prst="roundRect">
            <a:avLst>
              <a:gd name="adj" fmla="val 18605"/>
            </a:avLst>
          </a:prstGeom>
          <a:solidFill>
            <a:srgbClr val="F3F3F3"/>
          </a:solidFill>
          <a:ln w="12700">
            <a:solidFill>
              <a:srgbClr val="F3F3F3"/>
            </a:solidFill>
            <a:prstDash val="solid"/>
          </a:ln>
        </p:spPr>
      </p:sp>
      <p:sp>
        <p:nvSpPr>
          <p:cNvPr id="5" name="Text 3"/>
          <p:cNvSpPr txBox="1"/>
          <p:nvPr/>
        </p:nvSpPr>
        <p:spPr>
          <a:xfrm>
            <a:off x="731520" y="1143000"/>
            <a:ext cx="1371600" cy="393192"/>
          </a:xfrm>
          <a:prstGeom prst="rect">
            <a:avLst/>
          </a:prstGeom>
          <a:noFill/>
          <a:ln/>
        </p:spPr>
        <p:txBody>
          <a:bodyPr wrap="square" lIns="0" tIns="0" rIns="0" bIns="0" rtlCol="0" anchor="ctr"/>
          <a:lstStyle/>
          <a:p>
            <a:pPr indent="0" marL="0">
              <a:buNone/>
            </a:pPr>
            <a:r>
              <a:rPr lang="en-US" sz="1400" b="1" dirty="0">
                <a:solidFill>
                  <a:srgbClr val="FF6B35"/>
                </a:solidFill>
                <a:latin typeface="Pretendard" pitchFamily="34" charset="0"/>
                <a:ea typeface="Pretendard" pitchFamily="34" charset="-122"/>
                <a:cs typeface="Pretendard" pitchFamily="34" charset="-120"/>
              </a:rPr>
              <a:t>학교 · 집</a:t>
            </a:r>
            <a:endParaRPr lang="en-US" sz="1400" dirty="0"/>
          </a:p>
        </p:txBody>
      </p:sp>
      <p:sp>
        <p:nvSpPr>
          <p:cNvPr id="6" name="Text 4"/>
          <p:cNvSpPr txBox="1"/>
          <p:nvPr/>
        </p:nvSpPr>
        <p:spPr>
          <a:xfrm>
            <a:off x="2194560" y="1143000"/>
            <a:ext cx="4297680" cy="393192"/>
          </a:xfrm>
          <a:prstGeom prst="rect">
            <a:avLst/>
          </a:prstGeom>
          <a:noFill/>
          <a:ln/>
        </p:spPr>
        <p:txBody>
          <a:bodyPr wrap="square" lIns="0" tIns="0" rIns="0" bIns="0" rtlCol="0" anchor="ctr"/>
          <a:lstStyle/>
          <a:p>
            <a:pPr indent="0" marL="0">
              <a:buNone/>
            </a:pPr>
            <a:r>
              <a:rPr lang="en-US" sz="1200" b="1" dirty="0">
                <a:solidFill>
                  <a:srgbClr val="333333"/>
                </a:solidFill>
                <a:latin typeface="Pretendard" pitchFamily="34" charset="0"/>
                <a:ea typeface="Pretendard" pitchFamily="34" charset="-122"/>
                <a:cs typeface="Pretendard" pitchFamily="34" charset="-120"/>
              </a:rPr>
              <a:t>담임 · 보건 · 상담 선생님, 보호자</a:t>
            </a:r>
            <a:endParaRPr lang="en-US" sz="1200" dirty="0"/>
          </a:p>
        </p:txBody>
      </p:sp>
      <p:sp>
        <p:nvSpPr>
          <p:cNvPr id="7" name="Text 5"/>
          <p:cNvSpPr txBox="1"/>
          <p:nvPr/>
        </p:nvSpPr>
        <p:spPr>
          <a:xfrm>
            <a:off x="6492240" y="1143000"/>
            <a:ext cx="2011680" cy="393192"/>
          </a:xfrm>
          <a:prstGeom prst="rect">
            <a:avLst/>
          </a:prstGeom>
          <a:noFill/>
          <a:ln/>
        </p:spPr>
        <p:txBody>
          <a:bodyPr wrap="square" lIns="0" tIns="0" rIns="0" bIns="0" rtlCol="0" anchor="ctr"/>
          <a:lstStyle/>
          <a:p>
            <a:pPr algn="r" indent="0" marL="0">
              <a:buNone/>
            </a:pPr>
            <a:r>
              <a:rPr lang="en-US" sz="1200" b="1" dirty="0">
                <a:solidFill>
                  <a:srgbClr val="777777"/>
                </a:solidFill>
                <a:latin typeface="Pretendard" pitchFamily="34" charset="0"/>
                <a:ea typeface="Pretendard" pitchFamily="34" charset="-122"/>
                <a:cs typeface="Pretendard" pitchFamily="34" charset="-120"/>
              </a:rPr>
              <a:t>가장 가까운 어른부터</a:t>
            </a:r>
            <a:endParaRPr lang="en-US" sz="1200" dirty="0"/>
          </a:p>
        </p:txBody>
      </p:sp>
      <p:sp>
        <p:nvSpPr>
          <p:cNvPr id="8" name="창구 행 2"/>
          <p:cNvSpPr/>
          <p:nvPr/>
        </p:nvSpPr>
        <p:spPr>
          <a:xfrm>
            <a:off x="475488" y="1600200"/>
            <a:ext cx="8193024" cy="393192"/>
          </a:xfrm>
          <a:prstGeom prst="roundRect">
            <a:avLst>
              <a:gd name="adj" fmla="val 18605"/>
            </a:avLst>
          </a:prstGeom>
          <a:solidFill>
            <a:srgbClr val="FFFFFF"/>
          </a:solidFill>
          <a:ln w="15875">
            <a:solidFill>
              <a:srgbClr val="C9C9C9"/>
            </a:solidFill>
            <a:prstDash val="solid"/>
          </a:ln>
        </p:spPr>
      </p:sp>
      <p:sp>
        <p:nvSpPr>
          <p:cNvPr id="9" name="Text 7"/>
          <p:cNvSpPr txBox="1"/>
          <p:nvPr/>
        </p:nvSpPr>
        <p:spPr>
          <a:xfrm>
            <a:off x="731520" y="1600200"/>
            <a:ext cx="1371600" cy="393192"/>
          </a:xfrm>
          <a:prstGeom prst="rect">
            <a:avLst/>
          </a:prstGeom>
          <a:noFill/>
          <a:ln/>
        </p:spPr>
        <p:txBody>
          <a:bodyPr wrap="square" lIns="0" tIns="0" rIns="0" bIns="0" rtlCol="0" anchor="ctr"/>
          <a:lstStyle/>
          <a:p>
            <a:pPr indent="0" marL="0">
              <a:buNone/>
            </a:pPr>
            <a:r>
              <a:rPr lang="en-US" sz="1400" b="1" dirty="0">
                <a:solidFill>
                  <a:srgbClr val="FF6B35"/>
                </a:solidFill>
                <a:latin typeface="Pretendard" pitchFamily="34" charset="0"/>
                <a:ea typeface="Pretendard" pitchFamily="34" charset="-122"/>
                <a:cs typeface="Pretendard" pitchFamily="34" charset="-120"/>
              </a:rPr>
              <a:t>112</a:t>
            </a:r>
            <a:endParaRPr lang="en-US" sz="1400" dirty="0"/>
          </a:p>
        </p:txBody>
      </p:sp>
      <p:sp>
        <p:nvSpPr>
          <p:cNvPr id="10" name="Text 8"/>
          <p:cNvSpPr txBox="1"/>
          <p:nvPr/>
        </p:nvSpPr>
        <p:spPr>
          <a:xfrm>
            <a:off x="2194560" y="1600200"/>
            <a:ext cx="4297680" cy="393192"/>
          </a:xfrm>
          <a:prstGeom prst="rect">
            <a:avLst/>
          </a:prstGeom>
          <a:noFill/>
          <a:ln/>
        </p:spPr>
        <p:txBody>
          <a:bodyPr wrap="square" lIns="0" tIns="0" rIns="0" bIns="0" rtlCol="0" anchor="ctr"/>
          <a:lstStyle/>
          <a:p>
            <a:pPr indent="0" marL="0">
              <a:buNone/>
            </a:pPr>
            <a:r>
              <a:rPr lang="en-US" sz="1200" b="1" dirty="0">
                <a:solidFill>
                  <a:srgbClr val="333333"/>
                </a:solidFill>
                <a:latin typeface="Pretendard" pitchFamily="34" charset="0"/>
                <a:ea typeface="Pretendard" pitchFamily="34" charset="-122"/>
                <a:cs typeface="Pretendard" pitchFamily="34" charset="-120"/>
              </a:rPr>
              <a:t>위험이 급하거나 범죄 피해가 걱정될 때</a:t>
            </a:r>
            <a:endParaRPr lang="en-US" sz="1200" dirty="0"/>
          </a:p>
        </p:txBody>
      </p:sp>
      <p:sp>
        <p:nvSpPr>
          <p:cNvPr id="11" name="Text 9"/>
          <p:cNvSpPr txBox="1"/>
          <p:nvPr/>
        </p:nvSpPr>
        <p:spPr>
          <a:xfrm>
            <a:off x="6492240" y="1600200"/>
            <a:ext cx="2011680" cy="393192"/>
          </a:xfrm>
          <a:prstGeom prst="rect">
            <a:avLst/>
          </a:prstGeom>
          <a:noFill/>
          <a:ln/>
        </p:spPr>
        <p:txBody>
          <a:bodyPr wrap="square" lIns="0" tIns="0" rIns="0" bIns="0" rtlCol="0" anchor="ctr"/>
          <a:lstStyle/>
          <a:p>
            <a:pPr algn="r" indent="0" marL="0">
              <a:buNone/>
            </a:pPr>
            <a:r>
              <a:rPr lang="en-US" sz="1200" b="1" dirty="0">
                <a:solidFill>
                  <a:srgbClr val="777777"/>
                </a:solidFill>
                <a:latin typeface="Pretendard" pitchFamily="34" charset="0"/>
                <a:ea typeface="Pretendard" pitchFamily="34" charset="-122"/>
                <a:cs typeface="Pretendard" pitchFamily="34" charset="-120"/>
              </a:rPr>
              <a:t>경찰</a:t>
            </a:r>
            <a:endParaRPr lang="en-US" sz="1200" dirty="0"/>
          </a:p>
        </p:txBody>
      </p:sp>
      <p:sp>
        <p:nvSpPr>
          <p:cNvPr id="12" name="창구 행 3"/>
          <p:cNvSpPr/>
          <p:nvPr/>
        </p:nvSpPr>
        <p:spPr>
          <a:xfrm>
            <a:off x="475488" y="2057400"/>
            <a:ext cx="8193024" cy="393192"/>
          </a:xfrm>
          <a:prstGeom prst="roundRect">
            <a:avLst>
              <a:gd name="adj" fmla="val 18605"/>
            </a:avLst>
          </a:prstGeom>
          <a:solidFill>
            <a:srgbClr val="F3F3F3"/>
          </a:solidFill>
          <a:ln w="12700">
            <a:solidFill>
              <a:srgbClr val="F3F3F3"/>
            </a:solidFill>
            <a:prstDash val="solid"/>
          </a:ln>
        </p:spPr>
      </p:sp>
      <p:sp>
        <p:nvSpPr>
          <p:cNvPr id="13" name="Text 11"/>
          <p:cNvSpPr txBox="1"/>
          <p:nvPr/>
        </p:nvSpPr>
        <p:spPr>
          <a:xfrm>
            <a:off x="731520" y="2057400"/>
            <a:ext cx="1371600" cy="393192"/>
          </a:xfrm>
          <a:prstGeom prst="rect">
            <a:avLst/>
          </a:prstGeom>
          <a:noFill/>
          <a:ln/>
        </p:spPr>
        <p:txBody>
          <a:bodyPr wrap="square" lIns="0" tIns="0" rIns="0" bIns="0" rtlCol="0" anchor="ctr"/>
          <a:lstStyle/>
          <a:p>
            <a:pPr indent="0" marL="0">
              <a:buNone/>
            </a:pPr>
            <a:r>
              <a:rPr lang="en-US" sz="1400" b="1" dirty="0">
                <a:solidFill>
                  <a:srgbClr val="FF6B35"/>
                </a:solidFill>
                <a:latin typeface="Pretendard" pitchFamily="34" charset="0"/>
                <a:ea typeface="Pretendard" pitchFamily="34" charset="-122"/>
                <a:cs typeface="Pretendard" pitchFamily="34" charset="-120"/>
              </a:rPr>
              <a:t>119</a:t>
            </a:r>
            <a:endParaRPr lang="en-US" sz="1400" dirty="0"/>
          </a:p>
        </p:txBody>
      </p:sp>
      <p:sp>
        <p:nvSpPr>
          <p:cNvPr id="14" name="Text 12"/>
          <p:cNvSpPr txBox="1"/>
          <p:nvPr/>
        </p:nvSpPr>
        <p:spPr>
          <a:xfrm>
            <a:off x="2194560" y="2057400"/>
            <a:ext cx="4297680" cy="393192"/>
          </a:xfrm>
          <a:prstGeom prst="rect">
            <a:avLst/>
          </a:prstGeom>
          <a:noFill/>
          <a:ln/>
        </p:spPr>
        <p:txBody>
          <a:bodyPr wrap="square" lIns="0" tIns="0" rIns="0" bIns="0" rtlCol="0" anchor="ctr"/>
          <a:lstStyle/>
          <a:p>
            <a:pPr indent="0" marL="0">
              <a:buNone/>
            </a:pPr>
            <a:r>
              <a:rPr lang="en-US" sz="1200" b="1" dirty="0">
                <a:solidFill>
                  <a:srgbClr val="333333"/>
                </a:solidFill>
                <a:latin typeface="Pretendard" pitchFamily="34" charset="0"/>
                <a:ea typeface="Pretendard" pitchFamily="34" charset="-122"/>
                <a:cs typeface="Pretendard" pitchFamily="34" charset="-120"/>
              </a:rPr>
              <a:t>몸이 많이 불편한 응급 상황</a:t>
            </a:r>
            <a:endParaRPr lang="en-US" sz="1200" dirty="0"/>
          </a:p>
        </p:txBody>
      </p:sp>
      <p:sp>
        <p:nvSpPr>
          <p:cNvPr id="15" name="Text 13"/>
          <p:cNvSpPr txBox="1"/>
          <p:nvPr/>
        </p:nvSpPr>
        <p:spPr>
          <a:xfrm>
            <a:off x="6492240" y="2057400"/>
            <a:ext cx="2011680" cy="393192"/>
          </a:xfrm>
          <a:prstGeom prst="rect">
            <a:avLst/>
          </a:prstGeom>
          <a:noFill/>
          <a:ln/>
        </p:spPr>
        <p:txBody>
          <a:bodyPr wrap="square" lIns="0" tIns="0" rIns="0" bIns="0" rtlCol="0" anchor="ctr"/>
          <a:lstStyle/>
          <a:p>
            <a:pPr algn="r" indent="0" marL="0">
              <a:buNone/>
            </a:pPr>
            <a:r>
              <a:rPr lang="en-US" sz="1200" b="1" dirty="0">
                <a:solidFill>
                  <a:srgbClr val="777777"/>
                </a:solidFill>
                <a:latin typeface="Pretendard" pitchFamily="34" charset="0"/>
                <a:ea typeface="Pretendard" pitchFamily="34" charset="-122"/>
                <a:cs typeface="Pretendard" pitchFamily="34" charset="-120"/>
              </a:rPr>
              <a:t>응급</a:t>
            </a:r>
            <a:endParaRPr lang="en-US" sz="1200" dirty="0"/>
          </a:p>
        </p:txBody>
      </p:sp>
      <p:sp>
        <p:nvSpPr>
          <p:cNvPr id="16" name="창구 행 4"/>
          <p:cNvSpPr/>
          <p:nvPr/>
        </p:nvSpPr>
        <p:spPr>
          <a:xfrm>
            <a:off x="475488" y="2514600"/>
            <a:ext cx="8193024" cy="393192"/>
          </a:xfrm>
          <a:prstGeom prst="roundRect">
            <a:avLst>
              <a:gd name="adj" fmla="val 18605"/>
            </a:avLst>
          </a:prstGeom>
          <a:solidFill>
            <a:srgbClr val="FFFFFF"/>
          </a:solidFill>
          <a:ln w="15875">
            <a:solidFill>
              <a:srgbClr val="C9C9C9"/>
            </a:solidFill>
            <a:prstDash val="solid"/>
          </a:ln>
        </p:spPr>
      </p:sp>
      <p:sp>
        <p:nvSpPr>
          <p:cNvPr id="17" name="Text 15"/>
          <p:cNvSpPr txBox="1"/>
          <p:nvPr/>
        </p:nvSpPr>
        <p:spPr>
          <a:xfrm>
            <a:off x="731520" y="2514600"/>
            <a:ext cx="1371600" cy="393192"/>
          </a:xfrm>
          <a:prstGeom prst="rect">
            <a:avLst/>
          </a:prstGeom>
          <a:noFill/>
          <a:ln/>
        </p:spPr>
        <p:txBody>
          <a:bodyPr wrap="square" lIns="0" tIns="0" rIns="0" bIns="0" rtlCol="0" anchor="ctr"/>
          <a:lstStyle/>
          <a:p>
            <a:pPr indent="0" marL="0">
              <a:buNone/>
            </a:pPr>
            <a:r>
              <a:rPr lang="en-US" sz="1400" b="1" dirty="0">
                <a:solidFill>
                  <a:srgbClr val="FF6B35"/>
                </a:solidFill>
                <a:latin typeface="Pretendard" pitchFamily="34" charset="0"/>
                <a:ea typeface="Pretendard" pitchFamily="34" charset="-122"/>
                <a:cs typeface="Pretendard" pitchFamily="34" charset="-120"/>
              </a:rPr>
              <a:t>1388</a:t>
            </a:r>
            <a:endParaRPr lang="en-US" sz="1400" dirty="0"/>
          </a:p>
        </p:txBody>
      </p:sp>
      <p:sp>
        <p:nvSpPr>
          <p:cNvPr id="18" name="Text 16"/>
          <p:cNvSpPr txBox="1"/>
          <p:nvPr/>
        </p:nvSpPr>
        <p:spPr>
          <a:xfrm>
            <a:off x="2194560" y="2514600"/>
            <a:ext cx="4297680" cy="393192"/>
          </a:xfrm>
          <a:prstGeom prst="rect">
            <a:avLst/>
          </a:prstGeom>
          <a:noFill/>
          <a:ln/>
        </p:spPr>
        <p:txBody>
          <a:bodyPr wrap="square" lIns="0" tIns="0" rIns="0" bIns="0" rtlCol="0" anchor="ctr"/>
          <a:lstStyle/>
          <a:p>
            <a:pPr indent="0" marL="0">
              <a:buNone/>
            </a:pPr>
            <a:r>
              <a:rPr lang="en-US" sz="1200" b="1" dirty="0">
                <a:solidFill>
                  <a:srgbClr val="333333"/>
                </a:solidFill>
                <a:latin typeface="Pretendard" pitchFamily="34" charset="0"/>
                <a:ea typeface="Pretendard" pitchFamily="34" charset="-122"/>
                <a:cs typeface="Pretendard" pitchFamily="34" charset="-120"/>
              </a:rPr>
              <a:t>청소년 고민 상담</a:t>
            </a:r>
            <a:endParaRPr lang="en-US" sz="1200" dirty="0"/>
          </a:p>
        </p:txBody>
      </p:sp>
      <p:sp>
        <p:nvSpPr>
          <p:cNvPr id="19" name="Text 17"/>
          <p:cNvSpPr txBox="1"/>
          <p:nvPr/>
        </p:nvSpPr>
        <p:spPr>
          <a:xfrm>
            <a:off x="6492240" y="2514600"/>
            <a:ext cx="2011680" cy="393192"/>
          </a:xfrm>
          <a:prstGeom prst="rect">
            <a:avLst/>
          </a:prstGeom>
          <a:noFill/>
          <a:ln/>
        </p:spPr>
        <p:txBody>
          <a:bodyPr wrap="square" lIns="0" tIns="0" rIns="0" bIns="0" rtlCol="0" anchor="ctr"/>
          <a:lstStyle/>
          <a:p>
            <a:pPr algn="r" indent="0" marL="0">
              <a:buNone/>
            </a:pPr>
            <a:r>
              <a:rPr lang="en-US" sz="1200" b="1" dirty="0">
                <a:solidFill>
                  <a:srgbClr val="777777"/>
                </a:solidFill>
                <a:latin typeface="Pretendard" pitchFamily="34" charset="0"/>
                <a:ea typeface="Pretendard" pitchFamily="34" charset="-122"/>
                <a:cs typeface="Pretendard" pitchFamily="34" charset="-120"/>
              </a:rPr>
              <a:t>상담</a:t>
            </a:r>
            <a:endParaRPr lang="en-US" sz="1200" dirty="0"/>
          </a:p>
        </p:txBody>
      </p:sp>
      <p:sp>
        <p:nvSpPr>
          <p:cNvPr id="20" name="창구 행 5"/>
          <p:cNvSpPr/>
          <p:nvPr/>
        </p:nvSpPr>
        <p:spPr>
          <a:xfrm>
            <a:off x="475488" y="2971800"/>
            <a:ext cx="8193024" cy="393192"/>
          </a:xfrm>
          <a:prstGeom prst="roundRect">
            <a:avLst>
              <a:gd name="adj" fmla="val 18605"/>
            </a:avLst>
          </a:prstGeom>
          <a:solidFill>
            <a:srgbClr val="F3F3F3"/>
          </a:solidFill>
          <a:ln w="12700">
            <a:solidFill>
              <a:srgbClr val="F3F3F3"/>
            </a:solidFill>
            <a:prstDash val="solid"/>
          </a:ln>
        </p:spPr>
      </p:sp>
      <p:sp>
        <p:nvSpPr>
          <p:cNvPr id="21" name="Text 19"/>
          <p:cNvSpPr txBox="1"/>
          <p:nvPr/>
        </p:nvSpPr>
        <p:spPr>
          <a:xfrm>
            <a:off x="731520" y="2971800"/>
            <a:ext cx="1371600" cy="393192"/>
          </a:xfrm>
          <a:prstGeom prst="rect">
            <a:avLst/>
          </a:prstGeom>
          <a:noFill/>
          <a:ln/>
        </p:spPr>
        <p:txBody>
          <a:bodyPr wrap="square" lIns="0" tIns="0" rIns="0" bIns="0" rtlCol="0" anchor="ctr"/>
          <a:lstStyle/>
          <a:p>
            <a:pPr indent="0" marL="0">
              <a:buNone/>
            </a:pPr>
            <a:r>
              <a:rPr lang="en-US" sz="1400" b="1" dirty="0">
                <a:solidFill>
                  <a:srgbClr val="FF6B35"/>
                </a:solidFill>
                <a:latin typeface="Pretendard" pitchFamily="34" charset="0"/>
                <a:ea typeface="Pretendard" pitchFamily="34" charset="-122"/>
                <a:cs typeface="Pretendard" pitchFamily="34" charset="-120"/>
              </a:rPr>
              <a:t>1336</a:t>
            </a:r>
            <a:endParaRPr lang="en-US" sz="1400" dirty="0"/>
          </a:p>
        </p:txBody>
      </p:sp>
      <p:sp>
        <p:nvSpPr>
          <p:cNvPr id="22" name="Text 20"/>
          <p:cNvSpPr txBox="1"/>
          <p:nvPr/>
        </p:nvSpPr>
        <p:spPr>
          <a:xfrm>
            <a:off x="2194560" y="2971800"/>
            <a:ext cx="4297680" cy="393192"/>
          </a:xfrm>
          <a:prstGeom prst="rect">
            <a:avLst/>
          </a:prstGeom>
          <a:noFill/>
          <a:ln/>
        </p:spPr>
        <p:txBody>
          <a:bodyPr wrap="square" lIns="0" tIns="0" rIns="0" bIns="0" rtlCol="0" anchor="ctr"/>
          <a:lstStyle/>
          <a:p>
            <a:pPr indent="0" marL="0">
              <a:buNone/>
            </a:pPr>
            <a:r>
              <a:rPr lang="en-US" sz="1200" b="1" dirty="0">
                <a:solidFill>
                  <a:srgbClr val="333333"/>
                </a:solidFill>
                <a:latin typeface="Pretendard" pitchFamily="34" charset="0"/>
                <a:ea typeface="Pretendard" pitchFamily="34" charset="-122"/>
                <a:cs typeface="Pretendard" pitchFamily="34" charset="-120"/>
              </a:rPr>
              <a:t>도박 문제 상담</a:t>
            </a:r>
            <a:endParaRPr lang="en-US" sz="1200" dirty="0"/>
          </a:p>
        </p:txBody>
      </p:sp>
      <p:sp>
        <p:nvSpPr>
          <p:cNvPr id="23" name="Text 21"/>
          <p:cNvSpPr txBox="1"/>
          <p:nvPr/>
        </p:nvSpPr>
        <p:spPr>
          <a:xfrm>
            <a:off x="6492240" y="2971800"/>
            <a:ext cx="2011680" cy="393192"/>
          </a:xfrm>
          <a:prstGeom prst="rect">
            <a:avLst/>
          </a:prstGeom>
          <a:noFill/>
          <a:ln/>
        </p:spPr>
        <p:txBody>
          <a:bodyPr wrap="square" lIns="0" tIns="0" rIns="0" bIns="0" rtlCol="0" anchor="ctr"/>
          <a:lstStyle/>
          <a:p>
            <a:pPr algn="r" indent="0" marL="0">
              <a:buNone/>
            </a:pPr>
            <a:r>
              <a:rPr lang="en-US" sz="1200" b="1" dirty="0">
                <a:solidFill>
                  <a:srgbClr val="777777"/>
                </a:solidFill>
                <a:latin typeface="Pretendard" pitchFamily="34" charset="0"/>
                <a:ea typeface="Pretendard" pitchFamily="34" charset="-122"/>
                <a:cs typeface="Pretendard" pitchFamily="34" charset="-120"/>
              </a:rPr>
              <a:t>분야별 상담</a:t>
            </a:r>
            <a:endParaRPr lang="en-US" sz="1200" dirty="0"/>
          </a:p>
        </p:txBody>
      </p:sp>
      <p:sp>
        <p:nvSpPr>
          <p:cNvPr id="24" name="창구 행 6"/>
          <p:cNvSpPr/>
          <p:nvPr/>
        </p:nvSpPr>
        <p:spPr>
          <a:xfrm>
            <a:off x="475488" y="3429000"/>
            <a:ext cx="8193024" cy="393192"/>
          </a:xfrm>
          <a:prstGeom prst="roundRect">
            <a:avLst>
              <a:gd name="adj" fmla="val 18605"/>
            </a:avLst>
          </a:prstGeom>
          <a:solidFill>
            <a:srgbClr val="FFFFFF"/>
          </a:solidFill>
          <a:ln w="15875">
            <a:solidFill>
              <a:srgbClr val="C9C9C9"/>
            </a:solidFill>
            <a:prstDash val="solid"/>
          </a:ln>
        </p:spPr>
      </p:sp>
      <p:sp>
        <p:nvSpPr>
          <p:cNvPr id="25" name="Text 23"/>
          <p:cNvSpPr txBox="1"/>
          <p:nvPr/>
        </p:nvSpPr>
        <p:spPr>
          <a:xfrm>
            <a:off x="731520" y="3429000"/>
            <a:ext cx="1371600" cy="393192"/>
          </a:xfrm>
          <a:prstGeom prst="rect">
            <a:avLst/>
          </a:prstGeom>
          <a:noFill/>
          <a:ln/>
        </p:spPr>
        <p:txBody>
          <a:bodyPr wrap="square" lIns="0" tIns="0" rIns="0" bIns="0" rtlCol="0" anchor="ctr"/>
          <a:lstStyle/>
          <a:p>
            <a:pPr indent="0" marL="0">
              <a:buNone/>
            </a:pPr>
            <a:r>
              <a:rPr lang="en-US" sz="1400" b="1" dirty="0">
                <a:solidFill>
                  <a:srgbClr val="FF6B35"/>
                </a:solidFill>
                <a:latin typeface="Pretendard" pitchFamily="34" charset="0"/>
                <a:ea typeface="Pretendard" pitchFamily="34" charset="-122"/>
                <a:cs typeface="Pretendard" pitchFamily="34" charset="-120"/>
              </a:rPr>
              <a:t>1342</a:t>
            </a:r>
            <a:endParaRPr lang="en-US" sz="1400" dirty="0"/>
          </a:p>
        </p:txBody>
      </p:sp>
      <p:sp>
        <p:nvSpPr>
          <p:cNvPr id="26" name="Text 24"/>
          <p:cNvSpPr txBox="1"/>
          <p:nvPr/>
        </p:nvSpPr>
        <p:spPr>
          <a:xfrm>
            <a:off x="2194560" y="3429000"/>
            <a:ext cx="4297680" cy="393192"/>
          </a:xfrm>
          <a:prstGeom prst="rect">
            <a:avLst/>
          </a:prstGeom>
          <a:noFill/>
          <a:ln/>
        </p:spPr>
        <p:txBody>
          <a:bodyPr wrap="square" lIns="0" tIns="0" rIns="0" bIns="0" rtlCol="0" anchor="ctr"/>
          <a:lstStyle/>
          <a:p>
            <a:pPr indent="0" marL="0">
              <a:buNone/>
            </a:pPr>
            <a:r>
              <a:rPr lang="en-US" sz="1200" b="1" dirty="0">
                <a:solidFill>
                  <a:srgbClr val="333333"/>
                </a:solidFill>
                <a:latin typeface="Pretendard" pitchFamily="34" charset="0"/>
                <a:ea typeface="Pretendard" pitchFamily="34" charset="-122"/>
                <a:cs typeface="Pretendard" pitchFamily="34" charset="-120"/>
              </a:rPr>
              <a:t>마약류 문제 상담</a:t>
            </a:r>
            <a:endParaRPr lang="en-US" sz="1200" dirty="0"/>
          </a:p>
        </p:txBody>
      </p:sp>
      <p:sp>
        <p:nvSpPr>
          <p:cNvPr id="27" name="Text 25"/>
          <p:cNvSpPr txBox="1"/>
          <p:nvPr/>
        </p:nvSpPr>
        <p:spPr>
          <a:xfrm>
            <a:off x="6492240" y="3429000"/>
            <a:ext cx="2011680" cy="393192"/>
          </a:xfrm>
          <a:prstGeom prst="rect">
            <a:avLst/>
          </a:prstGeom>
          <a:noFill/>
          <a:ln/>
        </p:spPr>
        <p:txBody>
          <a:bodyPr wrap="square" lIns="0" tIns="0" rIns="0" bIns="0" rtlCol="0" anchor="ctr"/>
          <a:lstStyle/>
          <a:p>
            <a:pPr algn="r" indent="0" marL="0">
              <a:buNone/>
            </a:pPr>
            <a:r>
              <a:rPr lang="en-US" sz="1200" b="1" dirty="0">
                <a:solidFill>
                  <a:srgbClr val="777777"/>
                </a:solidFill>
                <a:latin typeface="Pretendard" pitchFamily="34" charset="0"/>
                <a:ea typeface="Pretendard" pitchFamily="34" charset="-122"/>
                <a:cs typeface="Pretendard" pitchFamily="34" charset="-120"/>
              </a:rPr>
              <a:t>분야별 상담</a:t>
            </a:r>
            <a:endParaRPr lang="en-US" sz="1200" dirty="0"/>
          </a:p>
        </p:txBody>
      </p:sp>
      <p:sp>
        <p:nvSpPr>
          <p:cNvPr id="28" name="안내 카드"/>
          <p:cNvSpPr/>
          <p:nvPr/>
        </p:nvSpPr>
        <p:spPr>
          <a:xfrm>
            <a:off x="475488" y="3977640"/>
            <a:ext cx="8193024" cy="502920"/>
          </a:xfrm>
          <a:prstGeom prst="roundRect">
            <a:avLst>
              <a:gd name="adj" fmla="val 21818"/>
            </a:avLst>
          </a:prstGeom>
          <a:solidFill>
            <a:srgbClr val="FDEBE1"/>
          </a:solidFill>
          <a:ln w="22225">
            <a:solidFill>
              <a:srgbClr val="FF6B35"/>
            </a:solidFill>
            <a:prstDash val="dash"/>
          </a:ln>
        </p:spPr>
      </p:sp>
      <p:sp>
        <p:nvSpPr>
          <p:cNvPr id="29" name="Text 27"/>
          <p:cNvSpPr txBox="1"/>
          <p:nvPr/>
        </p:nvSpPr>
        <p:spPr>
          <a:xfrm>
            <a:off x="777240" y="3977640"/>
            <a:ext cx="7589520" cy="502920"/>
          </a:xfrm>
          <a:prstGeom prst="rect">
            <a:avLst/>
          </a:prstGeom>
          <a:noFill/>
          <a:ln/>
        </p:spPr>
        <p:txBody>
          <a:bodyPr wrap="square" lIns="0" tIns="0" rIns="0" bIns="0" rtlCol="0" anchor="ctr"/>
          <a:lstStyle/>
          <a:p>
            <a:pPr indent="0" marL="0">
              <a:buNone/>
            </a:pPr>
            <a:r>
              <a:rPr lang="en-US" sz="1400" b="1" dirty="0">
                <a:solidFill>
                  <a:srgbClr val="333333"/>
                </a:solidFill>
                <a:latin typeface="Pretendard" pitchFamily="34" charset="0"/>
                <a:ea typeface="Pretendard" pitchFamily="34" charset="-122"/>
                <a:cs typeface="Pretendard" pitchFamily="34" charset="-120"/>
              </a:rPr>
              <a:t>번호를 외우지 않아도 돼요. “어디에 도움을 구할 수 있는지”를 알면 돼요</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말하기 어려운 말, 미리 연습해요</a:t>
            </a:r>
            <a:pPr algn="l" indent="0" marL="0">
              <a:buNone/>
            </a:pPr>
            <a:r>
              <a:rPr lang="en-US" sz="1400" b="1" dirty="0">
                <a:solidFill>
                  <a:srgbClr val="9A9A9A"/>
                </a:solidFill>
                <a:latin typeface="Pretendard" pitchFamily="34" charset="0"/>
                <a:ea typeface="Pretendard" pitchFamily="34" charset="-122"/>
                <a:cs typeface="Pretendard" pitchFamily="34" charset="-120"/>
              </a:rPr>
              <a:t>   Say It</a:t>
            </a:r>
            <a:endParaRPr lang="en-US" sz="2800" dirty="0"/>
          </a:p>
        </p:txBody>
      </p:sp>
      <p:sp>
        <p:nvSpPr>
          <p:cNvPr id="4" name="문장 카드 a"/>
          <p:cNvSpPr/>
          <p:nvPr/>
        </p:nvSpPr>
        <p:spPr>
          <a:xfrm>
            <a:off x="475488" y="1234440"/>
            <a:ext cx="2615184" cy="2377440"/>
          </a:xfrm>
          <a:prstGeom prst="roundRect">
            <a:avLst>
              <a:gd name="adj" fmla="val 4615"/>
            </a:avLst>
          </a:prstGeom>
          <a:solidFill>
            <a:srgbClr val="F3F3F3"/>
          </a:solidFill>
          <a:ln w="12700">
            <a:solidFill>
              <a:srgbClr val="F3F3F3"/>
            </a:solidFill>
            <a:prstDash val="solid"/>
          </a:ln>
        </p:spPr>
      </p:sp>
      <p:sp>
        <p:nvSpPr>
          <p:cNvPr id="5" name="라벨 a"/>
          <p:cNvSpPr/>
          <p:nvPr/>
        </p:nvSpPr>
        <p:spPr>
          <a:xfrm>
            <a:off x="704088" y="1389888"/>
            <a:ext cx="640080" cy="310896"/>
          </a:xfrm>
          <a:prstGeom prst="roundRect">
            <a:avLst>
              <a:gd name="adj" fmla="val 23529"/>
            </a:avLst>
          </a:prstGeom>
          <a:solidFill>
            <a:srgbClr val="FFFFFF"/>
          </a:solidFill>
          <a:ln w="12700">
            <a:solidFill>
              <a:srgbClr val="FFFFFF"/>
            </a:solidFill>
            <a:prstDash val="solid"/>
          </a:ln>
        </p:spPr>
      </p:sp>
      <p:sp>
        <p:nvSpPr>
          <p:cNvPr id="6" name="Text 4"/>
          <p:cNvSpPr txBox="1"/>
          <p:nvPr/>
        </p:nvSpPr>
        <p:spPr>
          <a:xfrm>
            <a:off x="704088" y="1389888"/>
            <a:ext cx="640080" cy="310896"/>
          </a:xfrm>
          <a:prstGeom prst="rect">
            <a:avLst/>
          </a:prstGeom>
          <a:noFill/>
          <a:ln/>
        </p:spPr>
        <p:txBody>
          <a:bodyPr wrap="square" lIns="0" tIns="0" rIns="0" bIns="0" rtlCol="0" anchor="ctr"/>
          <a:lstStyle/>
          <a:p>
            <a:pPr algn="ctr" indent="0" marL="0">
              <a:buNone/>
            </a:pPr>
            <a:r>
              <a:rPr lang="en-US" sz="1300" b="1" dirty="0">
                <a:solidFill>
                  <a:srgbClr val="FF6B35"/>
                </a:solidFill>
                <a:latin typeface="Pretendard" pitchFamily="34" charset="0"/>
                <a:ea typeface="Pretendard" pitchFamily="34" charset="-122"/>
                <a:cs typeface="Pretendard" pitchFamily="34" charset="-120"/>
              </a:rPr>
              <a:t>(a)</a:t>
            </a:r>
            <a:endParaRPr lang="en-US" sz="1300" dirty="0"/>
          </a:p>
        </p:txBody>
      </p:sp>
      <p:sp>
        <p:nvSpPr>
          <p:cNvPr id="7" name="Text 5"/>
          <p:cNvSpPr txBox="1"/>
          <p:nvPr/>
        </p:nvSpPr>
        <p:spPr>
          <a:xfrm>
            <a:off x="704088" y="1828800"/>
            <a:ext cx="2194560" cy="457200"/>
          </a:xfrm>
          <a:prstGeom prst="rect">
            <a:avLst/>
          </a:prstGeom>
          <a:noFill/>
          <a:ln/>
        </p:spPr>
        <p:txBody>
          <a:bodyPr wrap="square" lIns="0" tIns="0" rIns="0" bIns="0" rtlCol="0" anchor="t"/>
          <a:lstStyle/>
          <a:p>
            <a:pPr indent="0" marL="0">
              <a:buNone/>
            </a:pPr>
            <a:r>
              <a:rPr lang="en-US" sz="1400" b="1" dirty="0">
                <a:solidFill>
                  <a:srgbClr val="FF6B35"/>
                </a:solidFill>
                <a:latin typeface="Pretendard" pitchFamily="34" charset="0"/>
                <a:ea typeface="Pretendard" pitchFamily="34" charset="-122"/>
                <a:cs typeface="Pretendard" pitchFamily="34" charset="-120"/>
              </a:rPr>
              <a:t>어른에게 처음 꺼낼 문장</a:t>
            </a:r>
            <a:endParaRPr lang="en-US" sz="1400" dirty="0"/>
          </a:p>
        </p:txBody>
      </p:sp>
      <p:sp>
        <p:nvSpPr>
          <p:cNvPr id="8" name="Text 6"/>
          <p:cNvSpPr txBox="1"/>
          <p:nvPr/>
        </p:nvSpPr>
        <p:spPr>
          <a:xfrm>
            <a:off x="704088" y="2331720"/>
            <a:ext cx="2194560" cy="1188720"/>
          </a:xfrm>
          <a:prstGeom prst="rect">
            <a:avLst/>
          </a:prstGeom>
          <a:noFill/>
          <a:ln/>
        </p:spPr>
        <p:txBody>
          <a:bodyPr wrap="square" lIns="0" tIns="0" rIns="0" bIns="0" rtlCol="0" anchor="t"/>
          <a:lstStyle/>
          <a:p>
            <a:pPr indent="0" marL="0">
              <a:buNone/>
            </a:pPr>
            <a:r>
              <a:rPr lang="en-US" sz="1400" b="1" dirty="0">
                <a:solidFill>
                  <a:srgbClr val="333333"/>
                </a:solidFill>
                <a:latin typeface="Pretendard" pitchFamily="34" charset="0"/>
                <a:ea typeface="Pretendard" pitchFamily="34" charset="-122"/>
                <a:cs typeface="Pretendard" pitchFamily="34" charset="-120"/>
              </a:rPr>
              <a:t>“선생님, ○○ 때문에 걱정되는 일이 있어서 말씀드리고 싶어요.”</a:t>
            </a:r>
            <a:endParaRPr lang="en-US" sz="1400" dirty="0"/>
          </a:p>
        </p:txBody>
      </p:sp>
      <p:sp>
        <p:nvSpPr>
          <p:cNvPr id="9" name="문장 카드 b"/>
          <p:cNvSpPr/>
          <p:nvPr/>
        </p:nvSpPr>
        <p:spPr>
          <a:xfrm>
            <a:off x="3264408" y="1234440"/>
            <a:ext cx="2615184" cy="2377440"/>
          </a:xfrm>
          <a:prstGeom prst="roundRect">
            <a:avLst>
              <a:gd name="adj" fmla="val 4615"/>
            </a:avLst>
          </a:prstGeom>
          <a:solidFill>
            <a:srgbClr val="FDEBE1"/>
          </a:solidFill>
          <a:ln w="12700">
            <a:solidFill>
              <a:srgbClr val="FDEBE1"/>
            </a:solidFill>
            <a:prstDash val="solid"/>
          </a:ln>
        </p:spPr>
      </p:sp>
      <p:sp>
        <p:nvSpPr>
          <p:cNvPr id="10" name="라벨 b"/>
          <p:cNvSpPr/>
          <p:nvPr/>
        </p:nvSpPr>
        <p:spPr>
          <a:xfrm>
            <a:off x="3493008" y="1389888"/>
            <a:ext cx="640080" cy="310896"/>
          </a:xfrm>
          <a:prstGeom prst="roundRect">
            <a:avLst>
              <a:gd name="adj" fmla="val 23529"/>
            </a:avLst>
          </a:prstGeom>
          <a:solidFill>
            <a:srgbClr val="FFFFFF"/>
          </a:solidFill>
          <a:ln w="12700">
            <a:solidFill>
              <a:srgbClr val="FFFFFF"/>
            </a:solidFill>
            <a:prstDash val="solid"/>
          </a:ln>
        </p:spPr>
      </p:sp>
      <p:sp>
        <p:nvSpPr>
          <p:cNvPr id="11" name="Text 9"/>
          <p:cNvSpPr txBox="1"/>
          <p:nvPr/>
        </p:nvSpPr>
        <p:spPr>
          <a:xfrm>
            <a:off x="3493008" y="1389888"/>
            <a:ext cx="640080" cy="310896"/>
          </a:xfrm>
          <a:prstGeom prst="rect">
            <a:avLst/>
          </a:prstGeom>
          <a:noFill/>
          <a:ln/>
        </p:spPr>
        <p:txBody>
          <a:bodyPr wrap="square" lIns="0" tIns="0" rIns="0" bIns="0" rtlCol="0" anchor="ctr"/>
          <a:lstStyle/>
          <a:p>
            <a:pPr algn="ctr" indent="0" marL="0">
              <a:buNone/>
            </a:pPr>
            <a:r>
              <a:rPr lang="en-US" sz="1300" b="1" dirty="0">
                <a:solidFill>
                  <a:srgbClr val="FF6B35"/>
                </a:solidFill>
                <a:latin typeface="Pretendard" pitchFamily="34" charset="0"/>
                <a:ea typeface="Pretendard" pitchFamily="34" charset="-122"/>
                <a:cs typeface="Pretendard" pitchFamily="34" charset="-120"/>
              </a:rPr>
              <a:t>(b)</a:t>
            </a:r>
            <a:endParaRPr lang="en-US" sz="1300" dirty="0"/>
          </a:p>
        </p:txBody>
      </p:sp>
      <p:sp>
        <p:nvSpPr>
          <p:cNvPr id="12" name="Text 10"/>
          <p:cNvSpPr txBox="1"/>
          <p:nvPr/>
        </p:nvSpPr>
        <p:spPr>
          <a:xfrm>
            <a:off x="3493008" y="1828800"/>
            <a:ext cx="2194560" cy="457200"/>
          </a:xfrm>
          <a:prstGeom prst="rect">
            <a:avLst/>
          </a:prstGeom>
          <a:noFill/>
          <a:ln/>
        </p:spPr>
        <p:txBody>
          <a:bodyPr wrap="square" lIns="0" tIns="0" rIns="0" bIns="0" rtlCol="0" anchor="t"/>
          <a:lstStyle/>
          <a:p>
            <a:pPr indent="0" marL="0">
              <a:buNone/>
            </a:pPr>
            <a:r>
              <a:rPr lang="en-US" sz="1400" b="1" dirty="0">
                <a:solidFill>
                  <a:srgbClr val="FF6B35"/>
                </a:solidFill>
                <a:latin typeface="Pretendard" pitchFamily="34" charset="0"/>
                <a:ea typeface="Pretendard" pitchFamily="34" charset="-122"/>
                <a:cs typeface="Pretendard" pitchFamily="34" charset="-120"/>
              </a:rPr>
              <a:t>걱정되는 친구에게 해 줄 말</a:t>
            </a:r>
            <a:endParaRPr lang="en-US" sz="1400" dirty="0"/>
          </a:p>
        </p:txBody>
      </p:sp>
      <p:sp>
        <p:nvSpPr>
          <p:cNvPr id="13" name="Text 11"/>
          <p:cNvSpPr txBox="1"/>
          <p:nvPr/>
        </p:nvSpPr>
        <p:spPr>
          <a:xfrm>
            <a:off x="3493008" y="2331720"/>
            <a:ext cx="2194560" cy="1188720"/>
          </a:xfrm>
          <a:prstGeom prst="rect">
            <a:avLst/>
          </a:prstGeom>
          <a:noFill/>
          <a:ln/>
        </p:spPr>
        <p:txBody>
          <a:bodyPr wrap="square" lIns="0" tIns="0" rIns="0" bIns="0" rtlCol="0" anchor="t"/>
          <a:lstStyle/>
          <a:p>
            <a:pPr indent="0" marL="0">
              <a:buNone/>
            </a:pPr>
            <a:r>
              <a:rPr lang="en-US" sz="1400" b="1" dirty="0">
                <a:solidFill>
                  <a:srgbClr val="333333"/>
                </a:solidFill>
                <a:latin typeface="Pretendard" pitchFamily="34" charset="0"/>
                <a:ea typeface="Pretendard" pitchFamily="34" charset="-122"/>
                <a:cs typeface="Pretendard" pitchFamily="34" charset="-120"/>
              </a:rPr>
              <a:t>“걱정돼서 그래. 같이 선생님께 가 볼까?”</a:t>
            </a:r>
            <a:endParaRPr lang="en-US" sz="1400" dirty="0"/>
          </a:p>
        </p:txBody>
      </p:sp>
      <p:sp>
        <p:nvSpPr>
          <p:cNvPr id="14" name="문장 카드 c"/>
          <p:cNvSpPr/>
          <p:nvPr/>
        </p:nvSpPr>
        <p:spPr>
          <a:xfrm>
            <a:off x="6053328" y="1234440"/>
            <a:ext cx="2615184" cy="2377440"/>
          </a:xfrm>
          <a:prstGeom prst="roundRect">
            <a:avLst>
              <a:gd name="adj" fmla="val 4615"/>
            </a:avLst>
          </a:prstGeom>
          <a:solidFill>
            <a:srgbClr val="FFFFFF"/>
          </a:solidFill>
          <a:ln w="15875">
            <a:solidFill>
              <a:srgbClr val="C9C9C9"/>
            </a:solidFill>
            <a:prstDash val="solid"/>
          </a:ln>
        </p:spPr>
      </p:sp>
      <p:sp>
        <p:nvSpPr>
          <p:cNvPr id="15" name="라벨 c"/>
          <p:cNvSpPr/>
          <p:nvPr/>
        </p:nvSpPr>
        <p:spPr>
          <a:xfrm>
            <a:off x="6281928" y="1389888"/>
            <a:ext cx="640080" cy="310896"/>
          </a:xfrm>
          <a:prstGeom prst="roundRect">
            <a:avLst>
              <a:gd name="adj" fmla="val 23529"/>
            </a:avLst>
          </a:prstGeom>
          <a:solidFill>
            <a:srgbClr val="FDEBE1"/>
          </a:solidFill>
          <a:ln w="12700">
            <a:solidFill>
              <a:srgbClr val="FDEBE1"/>
            </a:solidFill>
            <a:prstDash val="solid"/>
          </a:ln>
        </p:spPr>
      </p:sp>
      <p:sp>
        <p:nvSpPr>
          <p:cNvPr id="16" name="Text 14"/>
          <p:cNvSpPr txBox="1"/>
          <p:nvPr/>
        </p:nvSpPr>
        <p:spPr>
          <a:xfrm>
            <a:off x="6281928" y="1389888"/>
            <a:ext cx="640080" cy="310896"/>
          </a:xfrm>
          <a:prstGeom prst="rect">
            <a:avLst/>
          </a:prstGeom>
          <a:noFill/>
          <a:ln/>
        </p:spPr>
        <p:txBody>
          <a:bodyPr wrap="square" lIns="0" tIns="0" rIns="0" bIns="0" rtlCol="0" anchor="ctr"/>
          <a:lstStyle/>
          <a:p>
            <a:pPr algn="ctr" indent="0" marL="0">
              <a:buNone/>
            </a:pPr>
            <a:r>
              <a:rPr lang="en-US" sz="1300" b="1" dirty="0">
                <a:solidFill>
                  <a:srgbClr val="FF6B35"/>
                </a:solidFill>
                <a:latin typeface="Pretendard" pitchFamily="34" charset="0"/>
                <a:ea typeface="Pretendard" pitchFamily="34" charset="-122"/>
                <a:cs typeface="Pretendard" pitchFamily="34" charset="-120"/>
              </a:rPr>
              <a:t>(c)</a:t>
            </a:r>
            <a:endParaRPr lang="en-US" sz="1300" dirty="0"/>
          </a:p>
        </p:txBody>
      </p:sp>
      <p:sp>
        <p:nvSpPr>
          <p:cNvPr id="17" name="Text 15"/>
          <p:cNvSpPr txBox="1"/>
          <p:nvPr/>
        </p:nvSpPr>
        <p:spPr>
          <a:xfrm>
            <a:off x="6281928" y="1828800"/>
            <a:ext cx="2194560" cy="457200"/>
          </a:xfrm>
          <a:prstGeom prst="rect">
            <a:avLst/>
          </a:prstGeom>
          <a:noFill/>
          <a:ln/>
        </p:spPr>
        <p:txBody>
          <a:bodyPr wrap="square" lIns="0" tIns="0" rIns="0" bIns="0" rtlCol="0" anchor="t"/>
          <a:lstStyle/>
          <a:p>
            <a:pPr indent="0" marL="0">
              <a:buNone/>
            </a:pPr>
            <a:r>
              <a:rPr lang="en-US" sz="1400" b="1" dirty="0">
                <a:solidFill>
                  <a:srgbClr val="FF6B35"/>
                </a:solidFill>
                <a:latin typeface="Pretendard" pitchFamily="34" charset="0"/>
                <a:ea typeface="Pretendard" pitchFamily="34" charset="-122"/>
                <a:cs typeface="Pretendard" pitchFamily="34" charset="-120"/>
              </a:rPr>
              <a:t>하지 말아야 할 말</a:t>
            </a:r>
            <a:endParaRPr lang="en-US" sz="1400" dirty="0"/>
          </a:p>
        </p:txBody>
      </p:sp>
      <p:sp>
        <p:nvSpPr>
          <p:cNvPr id="18" name="Text 16"/>
          <p:cNvSpPr txBox="1"/>
          <p:nvPr/>
        </p:nvSpPr>
        <p:spPr>
          <a:xfrm>
            <a:off x="6281928" y="2331720"/>
            <a:ext cx="2194560" cy="1188720"/>
          </a:xfrm>
          <a:prstGeom prst="rect">
            <a:avLst/>
          </a:prstGeom>
          <a:noFill/>
          <a:ln/>
        </p:spPr>
        <p:txBody>
          <a:bodyPr wrap="square" lIns="0" tIns="0" rIns="0" bIns="0" rtlCol="0" anchor="t"/>
          <a:lstStyle/>
          <a:p>
            <a:pPr indent="0" marL="0">
              <a:buNone/>
            </a:pPr>
            <a:r>
              <a:rPr lang="en-US" sz="1400" b="1" dirty="0">
                <a:solidFill>
                  <a:srgbClr val="777777"/>
                </a:solidFill>
                <a:latin typeface="Pretendard" pitchFamily="34" charset="0"/>
                <a:ea typeface="Pretendard" pitchFamily="34" charset="-122"/>
                <a:cs typeface="Pretendard" pitchFamily="34" charset="-120"/>
              </a:rPr>
              <a:t>“그것도 몰랐어?”</a:t>
            </a:r>
            <a:endParaRPr lang="en-US" sz="1400" dirty="0"/>
          </a:p>
          <a:p>
            <a:pPr indent="0" marL="0">
              <a:buNone/>
            </a:pPr>
            <a:r>
              <a:rPr lang="en-US" sz="1400" b="1" dirty="0">
                <a:solidFill>
                  <a:srgbClr val="777777"/>
                </a:solidFill>
                <a:latin typeface="Pretendard" pitchFamily="34" charset="0"/>
                <a:ea typeface="Pretendard" pitchFamily="34" charset="-122"/>
                <a:cs typeface="Pretendard" pitchFamily="34" charset="-120"/>
              </a:rPr>
              <a:t>“아무한테도 말 안 할게.”</a:t>
            </a:r>
            <a:endParaRPr lang="en-US" sz="1400" dirty="0"/>
          </a:p>
        </p:txBody>
      </p:sp>
      <p:sp>
        <p:nvSpPr>
          <p:cNvPr id="19" name="결론 배너"/>
          <p:cNvSpPr/>
          <p:nvPr/>
        </p:nvSpPr>
        <p:spPr>
          <a:xfrm>
            <a:off x="475488" y="3794760"/>
            <a:ext cx="8193024" cy="640080"/>
          </a:xfrm>
          <a:prstGeom prst="roundRect">
            <a:avLst>
              <a:gd name="adj" fmla="val 14286"/>
            </a:avLst>
          </a:prstGeom>
          <a:solidFill>
            <a:srgbClr val="333333"/>
          </a:solidFill>
          <a:ln w="12700">
            <a:solidFill>
              <a:srgbClr val="333333"/>
            </a:solidFill>
            <a:prstDash val="solid"/>
          </a:ln>
        </p:spPr>
      </p:sp>
      <p:sp>
        <p:nvSpPr>
          <p:cNvPr id="20" name="Text 18"/>
          <p:cNvSpPr txBox="1"/>
          <p:nvPr/>
        </p:nvSpPr>
        <p:spPr>
          <a:xfrm>
            <a:off x="475488" y="3794760"/>
            <a:ext cx="8193024"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Pretendard" pitchFamily="34" charset="0"/>
                <a:ea typeface="Pretendard" pitchFamily="34" charset="-122"/>
                <a:cs typeface="Pretendard" pitchFamily="34" charset="-120"/>
              </a:rPr>
              <a:t>짝에게 읽어 주고 어색한 부분을 고쳐요 · 7분</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우리 반 도움 약속</a:t>
            </a:r>
            <a:pPr algn="l" indent="0" marL="0">
              <a:buNone/>
            </a:pPr>
            <a:r>
              <a:rPr lang="en-US" sz="1400" b="1" dirty="0">
                <a:solidFill>
                  <a:srgbClr val="9A9A9A"/>
                </a:solidFill>
                <a:latin typeface="Pretendard" pitchFamily="34" charset="0"/>
                <a:ea typeface="Pretendard" pitchFamily="34" charset="-122"/>
                <a:cs typeface="Pretendard" pitchFamily="34" charset="-120"/>
              </a:rPr>
              <a:t>   Our Promise</a:t>
            </a:r>
            <a:endParaRPr lang="en-US" sz="2800" dirty="0"/>
          </a:p>
        </p:txBody>
      </p:sp>
      <p:sp>
        <p:nvSpPr>
          <p:cNvPr id="4" name="체크리스트 카드"/>
          <p:cNvSpPr/>
          <p:nvPr/>
        </p:nvSpPr>
        <p:spPr>
          <a:xfrm>
            <a:off x="475488" y="1234440"/>
            <a:ext cx="3840480" cy="3200400"/>
          </a:xfrm>
          <a:prstGeom prst="roundRect">
            <a:avLst>
              <a:gd name="adj" fmla="val 4000"/>
            </a:avLst>
          </a:prstGeom>
          <a:solidFill>
            <a:srgbClr val="F3F3F3"/>
          </a:solidFill>
          <a:ln w="12700">
            <a:solidFill>
              <a:srgbClr val="F3F3F3"/>
            </a:solidFill>
            <a:prstDash val="solid"/>
          </a:ln>
        </p:spPr>
      </p:sp>
      <p:sp>
        <p:nvSpPr>
          <p:cNvPr id="5" name="Text 3"/>
          <p:cNvSpPr txBox="1"/>
          <p:nvPr/>
        </p:nvSpPr>
        <p:spPr>
          <a:xfrm>
            <a:off x="777240" y="1417320"/>
            <a:ext cx="3200400" cy="411480"/>
          </a:xfrm>
          <a:prstGeom prst="rect">
            <a:avLst/>
          </a:prstGeom>
          <a:noFill/>
          <a:ln/>
        </p:spPr>
        <p:txBody>
          <a:bodyPr wrap="square" lIns="0" tIns="0" rIns="0" bIns="0" rtlCol="0" anchor="ctr"/>
          <a:lstStyle/>
          <a:p>
            <a:pPr indent="0" marL="0">
              <a:buNone/>
            </a:pPr>
            <a:r>
              <a:rPr lang="en-US" sz="2000" b="1" dirty="0">
                <a:solidFill>
                  <a:srgbClr val="333333"/>
                </a:solidFill>
                <a:latin typeface="Pretendard" pitchFamily="34" charset="0"/>
                <a:ea typeface="Pretendard" pitchFamily="34" charset="-122"/>
                <a:cs typeface="Pretendard" pitchFamily="34" charset="-120"/>
              </a:rPr>
              <a:t>체크리스트 ⑤ 재확인</a:t>
            </a:r>
            <a:endParaRPr lang="en-US" sz="2000" dirty="0"/>
          </a:p>
        </p:txBody>
      </p:sp>
      <p:sp>
        <p:nvSpPr>
          <p:cNvPr id="6" name="카드 구분선 1"/>
          <p:cNvSpPr/>
          <p:nvPr/>
        </p:nvSpPr>
        <p:spPr>
          <a:xfrm>
            <a:off x="777240" y="1920240"/>
            <a:ext cx="3246120" cy="0"/>
          </a:xfrm>
          <a:prstGeom prst="line">
            <a:avLst/>
          </a:prstGeom>
          <a:noFill/>
          <a:ln w="12700">
            <a:solidFill>
              <a:srgbClr val="C9C9C9"/>
            </a:solidFill>
            <a:prstDash val="solid"/>
          </a:ln>
        </p:spPr>
      </p:sp>
      <p:sp>
        <p:nvSpPr>
          <p:cNvPr id="7" name="Text 5"/>
          <p:cNvSpPr txBox="1"/>
          <p:nvPr/>
        </p:nvSpPr>
        <p:spPr>
          <a:xfrm>
            <a:off x="777240" y="2148840"/>
            <a:ext cx="640080" cy="640080"/>
          </a:xfrm>
          <a:prstGeom prst="rect">
            <a:avLst/>
          </a:prstGeom>
          <a:noFill/>
          <a:ln/>
        </p:spPr>
        <p:txBody>
          <a:bodyPr wrap="square" lIns="0" tIns="0" rIns="0" bIns="0" rtlCol="0" anchor="ctr"/>
          <a:lstStyle/>
          <a:p>
            <a:pPr indent="0" marL="0">
              <a:buNone/>
            </a:pPr>
            <a:r>
              <a:rPr lang="en-US" sz="2400" b="1" dirty="0">
                <a:solidFill>
                  <a:srgbClr val="FF6B35"/>
                </a:solidFill>
                <a:latin typeface="Pretendard" pitchFamily="34" charset="0"/>
                <a:ea typeface="Pretendard" pitchFamily="34" charset="-122"/>
                <a:cs typeface="Pretendard" pitchFamily="34" charset="-120"/>
              </a:rPr>
              <a:t>05</a:t>
            </a:r>
            <a:endParaRPr lang="en-US" sz="2400" dirty="0"/>
          </a:p>
        </p:txBody>
      </p:sp>
      <p:sp>
        <p:nvSpPr>
          <p:cNvPr id="8" name="Text 6"/>
          <p:cNvSpPr txBox="1"/>
          <p:nvPr/>
        </p:nvSpPr>
        <p:spPr>
          <a:xfrm>
            <a:off x="1463040" y="2148840"/>
            <a:ext cx="2651760" cy="640080"/>
          </a:xfrm>
          <a:prstGeom prst="rect">
            <a:avLst/>
          </a:prstGeom>
          <a:noFill/>
          <a:ln/>
        </p:spPr>
        <p:txBody>
          <a:bodyPr wrap="square" lIns="0" tIns="0" rIns="0" bIns="0" rtlCol="0" anchor="ctr"/>
          <a:lstStyle/>
          <a:p>
            <a:pPr indent="0" marL="0">
              <a:buNone/>
            </a:pPr>
            <a:r>
              <a:rPr lang="en-US" sz="1200" b="1" dirty="0">
                <a:solidFill>
                  <a:srgbClr val="9A9A9A"/>
                </a:solidFill>
                <a:latin typeface="Pretendard" pitchFamily="34" charset="0"/>
                <a:ea typeface="Pretendard" pitchFamily="34" charset="-122"/>
                <a:cs typeface="Pretendard" pitchFamily="34" charset="-120"/>
              </a:rPr>
              <a:t>재확인</a:t>
            </a:r>
            <a:endParaRPr lang="en-US" sz="1200" dirty="0"/>
          </a:p>
          <a:p>
            <a:pPr indent="0" marL="0">
              <a:buNone/>
            </a:pPr>
            <a:r>
              <a:rPr lang="en-US" sz="1500" b="1" dirty="0">
                <a:solidFill>
                  <a:srgbClr val="333333"/>
                </a:solidFill>
                <a:latin typeface="Pretendard" pitchFamily="34" charset="0"/>
                <a:ea typeface="Pretendard" pitchFamily="34" charset="-122"/>
                <a:cs typeface="Pretendard" pitchFamily="34" charset="-120"/>
              </a:rPr>
              <a:t>다른 곳에서도 확인되나?</a:t>
            </a:r>
            <a:endParaRPr lang="en-US" sz="1200" dirty="0"/>
          </a:p>
        </p:txBody>
      </p:sp>
      <p:sp>
        <p:nvSpPr>
          <p:cNvPr id="9" name="Text 7"/>
          <p:cNvSpPr txBox="1"/>
          <p:nvPr/>
        </p:nvSpPr>
        <p:spPr>
          <a:xfrm>
            <a:off x="777240" y="3063240"/>
            <a:ext cx="3291840" cy="1005840"/>
          </a:xfrm>
          <a:prstGeom prst="rect">
            <a:avLst/>
          </a:prstGeom>
          <a:noFill/>
          <a:ln/>
        </p:spPr>
        <p:txBody>
          <a:bodyPr wrap="square" lIns="0" tIns="0" rIns="0" bIns="0" rtlCol="0" anchor="t"/>
          <a:lstStyle/>
          <a:p>
            <a:pPr indent="0" marL="0">
              <a:buNone/>
            </a:pPr>
            <a:r>
              <a:rPr lang="en-US" sz="1500" b="1" dirty="0">
                <a:solidFill>
                  <a:srgbClr val="FF6B35"/>
                </a:solidFill>
                <a:latin typeface="Pretendard" pitchFamily="34" charset="0"/>
                <a:ea typeface="Pretendard" pitchFamily="34" charset="-122"/>
                <a:cs typeface="Pretendard" pitchFamily="34" charset="-120"/>
              </a:rPr>
              <a:t>+ 이미 믿고 행동했다면</a:t>
            </a:r>
            <a:endParaRPr lang="en-US" sz="1500" dirty="0"/>
          </a:p>
          <a:p>
            <a:pPr indent="0" marL="0">
              <a:buNone/>
            </a:pPr>
            <a:r>
              <a:rPr lang="en-US" sz="1500" b="1" dirty="0">
                <a:solidFill>
                  <a:srgbClr val="FF6B35"/>
                </a:solidFill>
                <a:latin typeface="Pretendard" pitchFamily="34" charset="0"/>
                <a:ea typeface="Pretendard" pitchFamily="34" charset="-122"/>
                <a:cs typeface="Pretendard" pitchFamily="34" charset="-120"/>
              </a:rPr>
              <a:t>멈추고, 남기고, 어른에게 말한다</a:t>
            </a:r>
            <a:endParaRPr lang="en-US" sz="1500" dirty="0"/>
          </a:p>
        </p:txBody>
      </p:sp>
      <p:sp>
        <p:nvSpPr>
          <p:cNvPr id="10" name="화살표"/>
          <p:cNvSpPr/>
          <p:nvPr/>
        </p:nvSpPr>
        <p:spPr>
          <a:xfrm>
            <a:off x="4462272" y="2514600"/>
            <a:ext cx="274320" cy="548640"/>
          </a:xfrm>
          <a:prstGeom prst="chevron">
            <a:avLst/>
          </a:prstGeom>
          <a:solidFill>
            <a:srgbClr val="FF9E7A"/>
          </a:solidFill>
          <a:ln w="12700">
            <a:solidFill>
              <a:srgbClr val="FF9E7A"/>
            </a:solidFill>
            <a:prstDash val="solid"/>
          </a:ln>
        </p:spPr>
      </p:sp>
      <p:sp>
        <p:nvSpPr>
          <p:cNvPr id="11" name="약속 예시 카드"/>
          <p:cNvSpPr/>
          <p:nvPr/>
        </p:nvSpPr>
        <p:spPr>
          <a:xfrm>
            <a:off x="4892040" y="1234440"/>
            <a:ext cx="3776472" cy="3200400"/>
          </a:xfrm>
          <a:prstGeom prst="roundRect">
            <a:avLst>
              <a:gd name="adj" fmla="val 3429"/>
            </a:avLst>
          </a:prstGeom>
          <a:solidFill>
            <a:srgbClr val="FDEBE1"/>
          </a:solidFill>
          <a:ln w="22225">
            <a:solidFill>
              <a:srgbClr val="FF6B35"/>
            </a:solidFill>
            <a:prstDash val="dash"/>
          </a:ln>
        </p:spPr>
      </p:sp>
      <p:sp>
        <p:nvSpPr>
          <p:cNvPr id="12" name="Text 10"/>
          <p:cNvSpPr txBox="1"/>
          <p:nvPr/>
        </p:nvSpPr>
        <p:spPr>
          <a:xfrm>
            <a:off x="5212080" y="1417320"/>
            <a:ext cx="2194560" cy="411480"/>
          </a:xfrm>
          <a:prstGeom prst="rect">
            <a:avLst/>
          </a:prstGeom>
          <a:noFill/>
          <a:ln/>
        </p:spPr>
        <p:txBody>
          <a:bodyPr wrap="square" lIns="0" tIns="0" rIns="0" bIns="0" rtlCol="0" anchor="ctr"/>
          <a:lstStyle/>
          <a:p>
            <a:pPr indent="0" marL="0">
              <a:buNone/>
            </a:pPr>
            <a:r>
              <a:rPr lang="en-US" sz="2000" b="1" dirty="0">
                <a:solidFill>
                  <a:srgbClr val="333333"/>
                </a:solidFill>
                <a:latin typeface="Pretendard" pitchFamily="34" charset="0"/>
                <a:ea typeface="Pretendard" pitchFamily="34" charset="-122"/>
                <a:cs typeface="Pretendard" pitchFamily="34" charset="-120"/>
              </a:rPr>
              <a:t>약속 예시</a:t>
            </a:r>
            <a:endParaRPr lang="en-US" sz="2000" dirty="0"/>
          </a:p>
        </p:txBody>
      </p:sp>
      <p:sp>
        <p:nvSpPr>
          <p:cNvPr id="13" name="Text 11"/>
          <p:cNvSpPr txBox="1"/>
          <p:nvPr/>
        </p:nvSpPr>
        <p:spPr>
          <a:xfrm>
            <a:off x="7223760" y="1417320"/>
            <a:ext cx="1097280" cy="411480"/>
          </a:xfrm>
          <a:prstGeom prst="rect">
            <a:avLst/>
          </a:prstGeom>
          <a:noFill/>
          <a:ln/>
        </p:spPr>
        <p:txBody>
          <a:bodyPr wrap="square" lIns="0" tIns="0" rIns="0" bIns="0" rtlCol="0" anchor="ctr"/>
          <a:lstStyle/>
          <a:p>
            <a:pPr algn="r" indent="0" marL="0">
              <a:buNone/>
            </a:pPr>
            <a:r>
              <a:rPr lang="en-US" sz="1200" dirty="0">
                <a:solidFill>
                  <a:srgbClr val="9A9A9A"/>
                </a:solidFill>
                <a:latin typeface="Pretendard" pitchFamily="34" charset="0"/>
                <a:ea typeface="Pretendard" pitchFamily="34" charset="-122"/>
                <a:cs typeface="Pretendard" pitchFamily="34" charset="-120"/>
              </a:rPr>
              <a:t>EXAMPLE</a:t>
            </a:r>
            <a:endParaRPr lang="en-US" sz="1200" dirty="0"/>
          </a:p>
        </p:txBody>
      </p:sp>
      <p:sp>
        <p:nvSpPr>
          <p:cNvPr id="14" name="카드 구분선 2"/>
          <p:cNvSpPr/>
          <p:nvPr/>
        </p:nvSpPr>
        <p:spPr>
          <a:xfrm>
            <a:off x="5212080" y="1920240"/>
            <a:ext cx="3136392" cy="0"/>
          </a:xfrm>
          <a:prstGeom prst="line">
            <a:avLst/>
          </a:prstGeom>
          <a:noFill/>
          <a:ln w="12700">
            <a:solidFill>
              <a:srgbClr val="C9C9C9"/>
            </a:solidFill>
            <a:prstDash val="solid"/>
          </a:ln>
        </p:spPr>
      </p:sp>
      <p:sp>
        <p:nvSpPr>
          <p:cNvPr id="15" name="Text 13"/>
          <p:cNvSpPr txBox="1"/>
          <p:nvPr/>
        </p:nvSpPr>
        <p:spPr>
          <a:xfrm>
            <a:off x="5212080" y="2103120"/>
            <a:ext cx="3154680" cy="1737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33333"/>
                </a:solidFill>
                <a:latin typeface="Pretendard" pitchFamily="34" charset="0"/>
                <a:ea typeface="Pretendard" pitchFamily="34" charset="-122"/>
                <a:cs typeface="Pretendard" pitchFamily="34" charset="-120"/>
              </a:rPr>
              <a:t>비난하지 않고 먼저 들어요</a:t>
            </a:r>
            <a:endParaRPr lang="en-US" sz="1500" dirty="0"/>
          </a:p>
          <a:p>
            <a:pPr marL="342900" indent="-342900">
              <a:spcAft>
                <a:spcPts val="800"/>
              </a:spcAft>
              <a:buSzPct val="100000"/>
              <a:buChar char="•"/>
            </a:pPr>
            <a:r>
              <a:rPr lang="en-US" sz="1500" dirty="0">
                <a:solidFill>
                  <a:srgbClr val="333333"/>
                </a:solidFill>
                <a:latin typeface="Pretendard" pitchFamily="34" charset="0"/>
                <a:ea typeface="Pretendard" pitchFamily="34" charset="-122"/>
                <a:cs typeface="Pretendard" pitchFamily="34" charset="-120"/>
              </a:rPr>
              <a:t>안전이 걸린 일은 비밀로 하지 않아요</a:t>
            </a:r>
            <a:endParaRPr lang="en-US" sz="1500" dirty="0"/>
          </a:p>
          <a:p>
            <a:pPr marL="342900" indent="-342900">
              <a:spcAft>
                <a:spcPts val="800"/>
              </a:spcAft>
              <a:buSzPct val="100000"/>
              <a:buChar char="•"/>
            </a:pPr>
            <a:r>
              <a:rPr lang="en-US" sz="1500" dirty="0">
                <a:solidFill>
                  <a:srgbClr val="333333"/>
                </a:solidFill>
                <a:latin typeface="Pretendard" pitchFamily="34" charset="0"/>
                <a:ea typeface="Pretendard" pitchFamily="34" charset="-122"/>
                <a:cs typeface="Pretendard" pitchFamily="34" charset="-120"/>
              </a:rPr>
              <a:t>혼자 해결하려 하지 않아요</a:t>
            </a:r>
            <a:endParaRPr lang="en-US" sz="1500" dirty="0"/>
          </a:p>
        </p:txBody>
      </p:sp>
      <p:sp>
        <p:nvSpPr>
          <p:cNvPr id="16" name="Text 14"/>
          <p:cNvSpPr txBox="1"/>
          <p:nvPr/>
        </p:nvSpPr>
        <p:spPr>
          <a:xfrm>
            <a:off x="5212080" y="3931920"/>
            <a:ext cx="3154680" cy="365760"/>
          </a:xfrm>
          <a:prstGeom prst="rect">
            <a:avLst/>
          </a:prstGeom>
          <a:noFill/>
          <a:ln/>
        </p:spPr>
        <p:txBody>
          <a:bodyPr wrap="square" lIns="0" tIns="0" rIns="0" bIns="0" rtlCol="0" anchor="ctr"/>
          <a:lstStyle/>
          <a:p>
            <a:pPr indent="0" marL="0">
              <a:buNone/>
            </a:pPr>
            <a:r>
              <a:rPr lang="en-US" sz="1300" b="1" dirty="0">
                <a:solidFill>
                  <a:srgbClr val="FF6B35"/>
                </a:solidFill>
                <a:latin typeface="Pretendard" pitchFamily="34" charset="0"/>
                <a:ea typeface="Pretendard" pitchFamily="34" charset="-122"/>
                <a:cs typeface="Pretendard" pitchFamily="34" charset="-120"/>
              </a:rPr>
              <a:t>학생 의견으로 2~3줄 정해요.</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제목 표식"/>
          <p:cNvSpPr/>
          <p:nvPr/>
        </p:nvSpPr>
        <p:spPr>
          <a:xfrm>
            <a:off x="480060" y="708660"/>
            <a:ext cx="36576" cy="173736"/>
          </a:xfrm>
          <a:prstGeom prst="rect">
            <a:avLst/>
          </a:prstGeom>
          <a:solidFill>
            <a:srgbClr val="333333"/>
          </a:solidFill>
          <a:ln w="12700">
            <a:solidFill>
              <a:srgbClr val="333333"/>
            </a:solidFill>
            <a:prstDash val="solid"/>
          </a:ln>
        </p:spPr>
      </p:sp>
      <p:sp>
        <p:nvSpPr>
          <p:cNvPr id="3" name="Text 1"/>
          <p:cNvSpPr/>
          <p:nvPr>
            <p:ph idx="101" type="title" hasCustomPrompt="1"/>
          </p:nvPr>
        </p:nvSpPr>
        <p:spPr>
          <a:xfrm>
            <a:off x="630936" y="566928"/>
            <a:ext cx="7863840" cy="457200"/>
          </a:xfrm>
          <a:prstGeom prst="rect">
            <a:avLst/>
          </a:prstGeom>
          <a:noFill/>
          <a:ln/>
        </p:spPr>
        <p:txBody>
          <a:bodyPr wrap="square" lIns="0" tIns="0" rIns="0" bIns="0" rtlCol="0" anchor="ctr"/>
          <a:lstStyle/>
          <a:p>
            <a:pPr algn="l" indent="0" marL="0">
              <a:buNone/>
            </a:pPr>
            <a:r>
              <a:rPr lang="en-US" sz="2800" b="1" dirty="0">
                <a:solidFill>
                  <a:srgbClr val="333333"/>
                </a:solidFill>
                <a:latin typeface="Pretendard" pitchFamily="34" charset="0"/>
                <a:ea typeface="Pretendard" pitchFamily="34" charset="-122"/>
                <a:cs typeface="Pretendard" pitchFamily="34" charset="-120"/>
              </a:rPr>
              <a:t>새 사례, 혼자 판단해요</a:t>
            </a:r>
            <a:pPr algn="l" indent="0" marL="0">
              <a:buNone/>
            </a:pPr>
            <a:r>
              <a:rPr lang="en-US" sz="1400" b="1" dirty="0">
                <a:solidFill>
                  <a:srgbClr val="9A9A9A"/>
                </a:solidFill>
                <a:latin typeface="Pretendard" pitchFamily="34" charset="0"/>
                <a:ea typeface="Pretendard" pitchFamily="34" charset="-122"/>
                <a:cs typeface="Pretendard" pitchFamily="34" charset="-120"/>
              </a:rPr>
              <a:t>   Check-up</a:t>
            </a:r>
            <a:endParaRPr lang="en-US" sz="2800" dirty="0"/>
          </a:p>
        </p:txBody>
      </p:sp>
      <p:sp>
        <p:nvSpPr>
          <p:cNvPr id="4" name="차 카드"/>
          <p:cNvSpPr/>
          <p:nvPr/>
        </p:nvSpPr>
        <p:spPr>
          <a:xfrm>
            <a:off x="475488" y="1234440"/>
            <a:ext cx="4114800" cy="3154680"/>
          </a:xfrm>
          <a:prstGeom prst="roundRect">
            <a:avLst>
              <a:gd name="adj" fmla="val 4058"/>
            </a:avLst>
          </a:prstGeom>
          <a:solidFill>
            <a:srgbClr val="F3F3F3"/>
          </a:solidFill>
          <a:ln w="12700">
            <a:solidFill>
              <a:srgbClr val="F3F3F3"/>
            </a:solidFill>
            <a:prstDash val="solid"/>
          </a:ln>
        </p:spPr>
      </p:sp>
      <p:sp>
        <p:nvSpPr>
          <p:cNvPr id="5" name="차 라벨"/>
          <p:cNvSpPr/>
          <p:nvPr/>
        </p:nvSpPr>
        <p:spPr>
          <a:xfrm>
            <a:off x="777240" y="1463040"/>
            <a:ext cx="2011680" cy="347472"/>
          </a:xfrm>
          <a:prstGeom prst="roundRect">
            <a:avLst>
              <a:gd name="adj" fmla="val 21053"/>
            </a:avLst>
          </a:prstGeom>
          <a:solidFill>
            <a:srgbClr val="FDEBE1"/>
          </a:solidFill>
          <a:ln w="12700">
            <a:solidFill>
              <a:srgbClr val="FDEBE1"/>
            </a:solidFill>
            <a:prstDash val="solid"/>
          </a:ln>
        </p:spPr>
      </p:sp>
      <p:sp>
        <p:nvSpPr>
          <p:cNvPr id="6" name="Text 4"/>
          <p:cNvSpPr txBox="1"/>
          <p:nvPr/>
        </p:nvSpPr>
        <p:spPr>
          <a:xfrm>
            <a:off x="777240" y="1463040"/>
            <a:ext cx="2011680" cy="347472"/>
          </a:xfrm>
          <a:prstGeom prst="rect">
            <a:avLst/>
          </a:prstGeom>
          <a:noFill/>
          <a:ln/>
        </p:spPr>
        <p:txBody>
          <a:bodyPr wrap="square" lIns="0" tIns="0" rIns="0" bIns="0" rtlCol="0" anchor="ctr"/>
          <a:lstStyle/>
          <a:p>
            <a:pPr algn="ctr" indent="0" marL="0">
              <a:buNone/>
            </a:pPr>
            <a:r>
              <a:rPr lang="en-US" sz="1300" b="1" dirty="0">
                <a:solidFill>
                  <a:srgbClr val="FF6B35"/>
                </a:solidFill>
                <a:latin typeface="Pretendard" pitchFamily="34" charset="0"/>
                <a:ea typeface="Pretendard" pitchFamily="34" charset="-122"/>
                <a:cs typeface="Pretendard" pitchFamily="34" charset="-120"/>
              </a:rPr>
              <a:t>차 · 수업용 가상 사례</a:t>
            </a:r>
            <a:endParaRPr lang="en-US" sz="1300" dirty="0"/>
          </a:p>
        </p:txBody>
      </p:sp>
      <p:sp>
        <p:nvSpPr>
          <p:cNvPr id="7" name="Text 5"/>
          <p:cNvSpPr txBox="1"/>
          <p:nvPr/>
        </p:nvSpPr>
        <p:spPr>
          <a:xfrm>
            <a:off x="777240" y="1965960"/>
            <a:ext cx="3520440" cy="2194560"/>
          </a:xfrm>
          <a:prstGeom prst="rect">
            <a:avLst/>
          </a:prstGeom>
          <a:noFill/>
          <a:ln/>
        </p:spPr>
        <p:txBody>
          <a:bodyPr wrap="square" lIns="0" tIns="0" rIns="0" bIns="0" rtlCol="0" anchor="t"/>
          <a:lstStyle/>
          <a:p>
            <a:pPr indent="0" marL="0">
              <a:buNone/>
            </a:pPr>
            <a:r>
              <a:rPr lang="en-US" sz="1400" b="1" dirty="0">
                <a:solidFill>
                  <a:srgbClr val="333333"/>
                </a:solidFill>
                <a:latin typeface="Pretendard" pitchFamily="34" charset="0"/>
                <a:ea typeface="Pretendard" pitchFamily="34" charset="-122"/>
                <a:cs typeface="Pretendard" pitchFamily="34" charset="-120"/>
              </a:rPr>
              <a:t>쪽지로 “친구 추천 이벤트! 하루 10분만 투자하면 용돈이 두 배”라는 메시지를 받고 용돈 일부를 보냈어요. 답이 없고 “조금만 더 보내면 돌려줄게”라는 말만 와요. 이미 보낸 돈이 아까워서 더 보낼까 고민돼요.</a:t>
            </a:r>
            <a:endParaRPr lang="en-US" sz="1400" dirty="0"/>
          </a:p>
        </p:txBody>
      </p:sp>
      <p:sp>
        <p:nvSpPr>
          <p:cNvPr id="8" name="방법 카드"/>
          <p:cNvSpPr/>
          <p:nvPr/>
        </p:nvSpPr>
        <p:spPr>
          <a:xfrm>
            <a:off x="4846320" y="1234440"/>
            <a:ext cx="3822192" cy="3154680"/>
          </a:xfrm>
          <a:prstGeom prst="roundRect">
            <a:avLst>
              <a:gd name="adj" fmla="val 3478"/>
            </a:avLst>
          </a:prstGeom>
          <a:solidFill>
            <a:srgbClr val="FDEBE1"/>
          </a:solidFill>
          <a:ln w="22225">
            <a:solidFill>
              <a:srgbClr val="FF6B35"/>
            </a:solidFill>
            <a:prstDash val="dash"/>
          </a:ln>
        </p:spPr>
      </p:sp>
      <p:sp>
        <p:nvSpPr>
          <p:cNvPr id="9" name="방법 라벨"/>
          <p:cNvSpPr/>
          <p:nvPr/>
        </p:nvSpPr>
        <p:spPr>
          <a:xfrm>
            <a:off x="5120640" y="1417320"/>
            <a:ext cx="1005840" cy="329184"/>
          </a:xfrm>
          <a:prstGeom prst="roundRect">
            <a:avLst>
              <a:gd name="adj" fmla="val 22222"/>
            </a:avLst>
          </a:prstGeom>
          <a:solidFill>
            <a:srgbClr val="FFFFFF"/>
          </a:solidFill>
          <a:ln w="12700">
            <a:solidFill>
              <a:srgbClr val="FFFFFF"/>
            </a:solidFill>
            <a:prstDash val="solid"/>
          </a:ln>
        </p:spPr>
      </p:sp>
      <p:sp>
        <p:nvSpPr>
          <p:cNvPr id="10" name="Text 8"/>
          <p:cNvSpPr txBox="1"/>
          <p:nvPr/>
        </p:nvSpPr>
        <p:spPr>
          <a:xfrm>
            <a:off x="5120640" y="1417320"/>
            <a:ext cx="1005840" cy="329184"/>
          </a:xfrm>
          <a:prstGeom prst="rect">
            <a:avLst/>
          </a:prstGeom>
          <a:noFill/>
          <a:ln/>
        </p:spPr>
        <p:txBody>
          <a:bodyPr wrap="square" lIns="0" tIns="0" rIns="0" bIns="0" rtlCol="0" anchor="ctr"/>
          <a:lstStyle/>
          <a:p>
            <a:pPr algn="ctr" indent="0" marL="0">
              <a:buNone/>
            </a:pPr>
            <a:r>
              <a:rPr lang="en-US" sz="1200" b="1" dirty="0">
                <a:solidFill>
                  <a:srgbClr val="FF6B35"/>
                </a:solidFill>
                <a:latin typeface="Pretendard" pitchFamily="34" charset="0"/>
                <a:ea typeface="Pretendard" pitchFamily="34" charset="-122"/>
                <a:cs typeface="Pretendard" pitchFamily="34" charset="-120"/>
              </a:rPr>
              <a:t>HOW TO</a:t>
            </a:r>
            <a:endParaRPr lang="en-US" sz="1200" dirty="0"/>
          </a:p>
        </p:txBody>
      </p:sp>
      <p:sp>
        <p:nvSpPr>
          <p:cNvPr id="11" name="Text 9"/>
          <p:cNvSpPr txBox="1"/>
          <p:nvPr/>
        </p:nvSpPr>
        <p:spPr>
          <a:xfrm>
            <a:off x="5120640" y="2011680"/>
            <a:ext cx="33832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3333"/>
                </a:solidFill>
                <a:latin typeface="Pretendard" pitchFamily="34" charset="0"/>
                <a:ea typeface="Pretendard" pitchFamily="34" charset="-122"/>
                <a:cs typeface="Pretendard" pitchFamily="34" charset="-120"/>
              </a:rPr>
              <a:t>피해·위험의 유형을 골라요</a:t>
            </a:r>
            <a:endParaRPr lang="en-US" sz="1400" dirty="0"/>
          </a:p>
          <a:p>
            <a:pPr marL="342900" indent="-342900">
              <a:spcAft>
                <a:spcPts val="600"/>
              </a:spcAft>
              <a:buSzPct val="100000"/>
              <a:buChar char="•"/>
            </a:pPr>
            <a:r>
              <a:rPr lang="en-US" sz="1400" dirty="0">
                <a:solidFill>
                  <a:srgbClr val="333333"/>
                </a:solidFill>
                <a:latin typeface="Pretendard" pitchFamily="34" charset="0"/>
                <a:ea typeface="Pretendard" pitchFamily="34" charset="-122"/>
                <a:cs typeface="Pretendard" pitchFamily="34" charset="-120"/>
              </a:rPr>
              <a:t>지금 바로 할 일을 정해요</a:t>
            </a:r>
            <a:endParaRPr lang="en-US" sz="1400" dirty="0"/>
          </a:p>
          <a:p>
            <a:pPr marL="342900" indent="-342900">
              <a:spcAft>
                <a:spcPts val="600"/>
              </a:spcAft>
              <a:buSzPct val="100000"/>
              <a:buChar char="•"/>
            </a:pPr>
            <a:r>
              <a:rPr lang="en-US" sz="1400" dirty="0">
                <a:solidFill>
                  <a:srgbClr val="333333"/>
                </a:solidFill>
                <a:latin typeface="Pretendard" pitchFamily="34" charset="0"/>
                <a:ea typeface="Pretendard" pitchFamily="34" charset="-122"/>
                <a:cs typeface="Pretendard" pitchFamily="34" charset="-120"/>
              </a:rPr>
              <a:t>말할 어른과 첫 문장을 써요</a:t>
            </a:r>
            <a:endParaRPr lang="en-US" sz="1400" dirty="0"/>
          </a:p>
          <a:p>
            <a:pPr marL="342900" indent="-342900">
              <a:spcAft>
                <a:spcPts val="600"/>
              </a:spcAft>
              <a:buSzPct val="100000"/>
              <a:buChar char="•"/>
            </a:pPr>
            <a:r>
              <a:rPr lang="en-US" sz="1400" dirty="0">
                <a:solidFill>
                  <a:srgbClr val="333333"/>
                </a:solidFill>
                <a:latin typeface="Pretendard" pitchFamily="34" charset="0"/>
                <a:ea typeface="Pretendard" pitchFamily="34" charset="-122"/>
                <a:cs typeface="Pretendard" pitchFamily="34" charset="-120"/>
              </a:rPr>
              <a:t>연결할 창구를 골라요</a:t>
            </a:r>
            <a:endParaRPr lang="en-US" sz="1400" dirty="0"/>
          </a:p>
        </p:txBody>
      </p:sp>
      <p:sp>
        <p:nvSpPr>
          <p:cNvPr id="12" name="Text 10"/>
          <p:cNvSpPr txBox="1"/>
          <p:nvPr/>
        </p:nvSpPr>
        <p:spPr>
          <a:xfrm>
            <a:off x="5120640" y="3886200"/>
            <a:ext cx="3383280" cy="365760"/>
          </a:xfrm>
          <a:prstGeom prst="rect">
            <a:avLst/>
          </a:prstGeom>
          <a:noFill/>
          <a:ln/>
        </p:spPr>
        <p:txBody>
          <a:bodyPr wrap="square" lIns="0" tIns="0" rIns="0" bIns="0" rtlCol="0" anchor="ctr"/>
          <a:lstStyle/>
          <a:p>
            <a:pPr indent="0" marL="0">
              <a:buNone/>
            </a:pPr>
            <a:r>
              <a:rPr lang="en-US" sz="1400" b="1" dirty="0">
                <a:solidFill>
                  <a:srgbClr val="FF6B35"/>
                </a:solidFill>
                <a:latin typeface="Pretendard" pitchFamily="34" charset="0"/>
                <a:ea typeface="Pretendard" pitchFamily="34" charset="-122"/>
                <a:cs typeface="Pretendard" pitchFamily="34" charset="-120"/>
              </a:rPr>
              <a:t>7분 · 개인 활동 · 활동지 4쪽</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1828800" y="777240"/>
            <a:ext cx="5486400" cy="320040"/>
          </a:xfrm>
          <a:prstGeom prst="rect">
            <a:avLst/>
          </a:prstGeom>
          <a:noFill/>
          <a:ln/>
        </p:spPr>
        <p:txBody>
          <a:bodyPr wrap="square" lIns="0" tIns="0" rIns="0" bIns="0" rtlCol="0" anchor="ctr"/>
          <a:lstStyle/>
          <a:p>
            <a:pPr algn="ctr" indent="0" marL="0">
              <a:buNone/>
            </a:pPr>
            <a:r>
              <a:rPr lang="en-US" sz="1500" dirty="0">
                <a:solidFill>
                  <a:srgbClr val="A8A8A8"/>
                </a:solidFill>
                <a:latin typeface="Pretendard" pitchFamily="34" charset="0"/>
                <a:ea typeface="Pretendard" pitchFamily="34" charset="-122"/>
                <a:cs typeface="Pretendard" pitchFamily="34" charset="-120"/>
              </a:rPr>
              <a:t>오늘의 한 줄</a:t>
            </a:r>
            <a:endParaRPr lang="en-US" sz="1500" dirty="0"/>
          </a:p>
        </p:txBody>
      </p:sp>
      <p:sp>
        <p:nvSpPr>
          <p:cNvPr id="3" name="Text 1"/>
          <p:cNvSpPr txBox="1"/>
          <p:nvPr/>
        </p:nvSpPr>
        <p:spPr>
          <a:xfrm>
            <a:off x="914400" y="1280160"/>
            <a:ext cx="7315200" cy="731520"/>
          </a:xfrm>
          <a:prstGeom prst="rect">
            <a:avLst/>
          </a:prstGeom>
          <a:noFill/>
          <a:ln/>
        </p:spPr>
        <p:txBody>
          <a:bodyPr wrap="square" lIns="0" tIns="0" rIns="0" bIns="0" rtlCol="0" anchor="ctr"/>
          <a:lstStyle/>
          <a:p>
            <a:pPr algn="ctr" indent="0" marL="0">
              <a:buNone/>
            </a:pPr>
            <a:r>
              <a:rPr lang="en-US" sz="3000" dirty="0">
                <a:solidFill>
                  <a:srgbClr val="FFFFFF"/>
                </a:solidFill>
                <a:latin typeface="Pretendard" pitchFamily="34" charset="0"/>
                <a:ea typeface="Pretendard" pitchFamily="34" charset="-122"/>
                <a:cs typeface="Pretendard" pitchFamily="34" charset="-120"/>
              </a:rPr>
              <a:t>문제가 생기면</a:t>
            </a:r>
            <a:endParaRPr lang="en-US" sz="3000" dirty="0"/>
          </a:p>
        </p:txBody>
      </p:sp>
      <p:sp>
        <p:nvSpPr>
          <p:cNvPr id="4" name="Text 2"/>
          <p:cNvSpPr txBox="1"/>
          <p:nvPr/>
        </p:nvSpPr>
        <p:spPr>
          <a:xfrm>
            <a:off x="914400" y="2011680"/>
            <a:ext cx="731520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Pretendard" pitchFamily="34" charset="0"/>
                <a:ea typeface="Pretendard" pitchFamily="34" charset="-122"/>
                <a:cs typeface="Pretendard" pitchFamily="34" charset="-120"/>
              </a:rPr>
              <a:t>나는 누구에게 말할까?</a:t>
            </a:r>
            <a:endParaRPr lang="en-US" sz="4400" dirty="0"/>
          </a:p>
        </p:txBody>
      </p:sp>
      <p:sp>
        <p:nvSpPr>
          <p:cNvPr id="5" name="위 구분선"/>
          <p:cNvSpPr/>
          <p:nvPr/>
        </p:nvSpPr>
        <p:spPr>
          <a:xfrm>
            <a:off x="1828800" y="3337560"/>
            <a:ext cx="5486400" cy="0"/>
          </a:xfrm>
          <a:prstGeom prst="line">
            <a:avLst/>
          </a:prstGeom>
          <a:noFill/>
          <a:ln w="12700">
            <a:solidFill>
              <a:srgbClr val="FFFFFF"/>
            </a:solidFill>
            <a:prstDash val="solid"/>
          </a:ln>
        </p:spPr>
      </p:sp>
      <p:sp>
        <p:nvSpPr>
          <p:cNvPr id="6" name="Text 4"/>
          <p:cNvSpPr txBox="1"/>
          <p:nvPr/>
        </p:nvSpPr>
        <p:spPr>
          <a:xfrm>
            <a:off x="1828800" y="3401568"/>
            <a:ext cx="2377440" cy="457200"/>
          </a:xfrm>
          <a:prstGeom prst="rect">
            <a:avLst/>
          </a:prstGeom>
          <a:noFill/>
          <a:ln/>
        </p:spPr>
        <p:txBody>
          <a:bodyPr wrap="square" lIns="0" tIns="0" rIns="0" bIns="0" rtlCol="0" anchor="ctr"/>
          <a:lstStyle/>
          <a:p>
            <a:pPr indent="0" marL="0">
              <a:buNone/>
            </a:pPr>
            <a:r>
              <a:rPr lang="en-US" sz="1400" dirty="0">
                <a:solidFill>
                  <a:srgbClr val="FFFFFF"/>
                </a:solidFill>
                <a:latin typeface="Pretendard" pitchFamily="34" charset="0"/>
                <a:ea typeface="Pretendard" pitchFamily="34" charset="-122"/>
                <a:cs typeface="Pretendard" pitchFamily="34" charset="-120"/>
              </a:rPr>
              <a:t>다음 시간 · 5교과 합동</a:t>
            </a:r>
            <a:endParaRPr lang="en-US" sz="1400" dirty="0"/>
          </a:p>
        </p:txBody>
      </p:sp>
      <p:sp>
        <p:nvSpPr>
          <p:cNvPr id="7" name="Text 5"/>
          <p:cNvSpPr txBox="1"/>
          <p:nvPr/>
        </p:nvSpPr>
        <p:spPr>
          <a:xfrm>
            <a:off x="3840480" y="3401568"/>
            <a:ext cx="3474720" cy="457200"/>
          </a:xfrm>
          <a:prstGeom prst="rect">
            <a:avLst/>
          </a:prstGeom>
          <a:noFill/>
          <a:ln/>
        </p:spPr>
        <p:txBody>
          <a:bodyPr wrap="square" lIns="0" tIns="0" rIns="0" bIns="0" rtlCol="0" anchor="ctr"/>
          <a:lstStyle/>
          <a:p>
            <a:pPr algn="r" indent="0" marL="0">
              <a:buNone/>
            </a:pPr>
            <a:r>
              <a:rPr lang="en-US" sz="1400" dirty="0">
                <a:solidFill>
                  <a:srgbClr val="FFFFFF"/>
                </a:solidFill>
                <a:latin typeface="Pretendard" pitchFamily="34" charset="0"/>
                <a:ea typeface="Pretendard" pitchFamily="34" charset="-122"/>
                <a:cs typeface="Pretendard" pitchFamily="34" charset="-120"/>
              </a:rPr>
              <a:t>배운 것을 모아 캠페인을 만들어요</a:t>
            </a:r>
            <a:endParaRPr lang="en-US" sz="1400" dirty="0"/>
          </a:p>
        </p:txBody>
      </p:sp>
      <p:sp>
        <p:nvSpPr>
          <p:cNvPr id="8" name="아래 구분선"/>
          <p:cNvSpPr/>
          <p:nvPr/>
        </p:nvSpPr>
        <p:spPr>
          <a:xfrm>
            <a:off x="1828800" y="3904488"/>
            <a:ext cx="5486400" cy="0"/>
          </a:xfrm>
          <a:prstGeom prst="line">
            <a:avLst/>
          </a:prstGeom>
          <a:noFill/>
          <a:ln w="12700">
            <a:solidFill>
              <a:srgbClr val="FFFFFF"/>
            </a:solidFill>
            <a:prstDash val="solid"/>
          </a:ln>
        </p:spPr>
      </p:sp>
      <p:sp>
        <p:nvSpPr>
          <p:cNvPr id="9" name="Text 7"/>
          <p:cNvSpPr txBox="1"/>
          <p:nvPr/>
        </p:nvSpPr>
        <p:spPr>
          <a:xfrm>
            <a:off x="1097280" y="4160520"/>
            <a:ext cx="6949440" cy="365760"/>
          </a:xfrm>
          <a:prstGeom prst="rect">
            <a:avLst/>
          </a:prstGeom>
          <a:noFill/>
          <a:ln/>
        </p:spPr>
        <p:txBody>
          <a:bodyPr wrap="square" lIns="0" tIns="0" rIns="0" bIns="0" rtlCol="0" anchor="ctr"/>
          <a:lstStyle/>
          <a:p>
            <a:pPr algn="ctr" indent="0" marL="0">
              <a:buNone/>
            </a:pPr>
            <a:r>
              <a:rPr lang="en-US" sz="1300" dirty="0">
                <a:solidFill>
                  <a:srgbClr val="A8A8A8"/>
                </a:solidFill>
                <a:latin typeface="Pretendard" pitchFamily="34" charset="0"/>
                <a:ea typeface="Pretendard" pitchFamily="34" charset="-122"/>
                <a:cs typeface="Pretendard" pitchFamily="34" charset="-120"/>
              </a:rPr>
              <a:t>걱정되는 일이 있거나 도움이 필요하면 담임 · 보건 · 상담 선생님께 편하게 말해요.</a:t>
            </a:r>
            <a:endParaRPr lang="en-US" sz="1300" dirty="0"/>
          </a:p>
        </p:txBody>
      </p:sp>
    </p:spTree>
  </p:cSld>
  <p:clrMapOvr>
    <a:masterClrMapping/>
  </p:clrMapOvr>
</p:sld>
</file>

<file path=ppt/theme/theme1.xml><?xml version="1.0" encoding="utf-8"?>
<a:theme xmlns:a="http://schemas.openxmlformats.org/drawingml/2006/main" name="오색렌즈 리포트">
  <a:themeElements>
    <a:clrScheme name="오색렌즈 리포트">
      <a:dk1>
        <a:srgbClr val="333333"/>
      </a:dk1>
      <a:lt1>
        <a:srgbClr val="FFFFFF"/>
      </a:lt1>
      <a:dk2>
        <a:srgbClr val="555555"/>
      </a:dk2>
      <a:lt2>
        <a:srgbClr val="F3F3F3"/>
      </a:lt2>
      <a:accent1>
        <a:srgbClr val="FF6B35"/>
      </a:accent1>
      <a:accent2>
        <a:srgbClr val="FF9E7A"/>
      </a:accent2>
      <a:accent3>
        <a:srgbClr val="FDEBE1"/>
      </a:accent3>
      <a:accent4>
        <a:srgbClr val="7FB0FF"/>
      </a:accent4>
      <a:accent5>
        <a:srgbClr val="777777"/>
      </a:accent5>
      <a:accent6>
        <a:srgbClr val="C9C9C9"/>
      </a:accent6>
      <a:hlink>
        <a:srgbClr val="FF6B35"/>
      </a:hlink>
      <a:folHlink>
        <a:srgbClr val="777777"/>
      </a:folHlink>
    </a:clrScheme>
    <a:fontScheme name="오색렌즈 리포트">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유해정보 리터러시 8차시</dc:title>
  <dc:subject>PptxGenJS Presentation</dc:subject>
  <dc:creator>오색렌즈 교사연구회</dc:creator>
  <cp:lastModifiedBy>오색렌즈 교사연구회</cp:lastModifiedBy>
  <cp:revision>1</cp:revision>
  <dcterms:created xsi:type="dcterms:W3CDTF">2026-10-13T04:15:52Z</dcterms:created>
  <dcterms:modified xsi:type="dcterms:W3CDTF">2026-10-13T04:15:52Z</dcterms:modified>
</cp:coreProperties>
</file>